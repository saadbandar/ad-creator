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9" r:id="rId3"/>
    <p:sldId id="258" r:id="rId4"/>
    <p:sldId id="260" r:id="rId5"/>
    <p:sldId id="261" r:id="rId6"/>
    <p:sldId id="262" r:id="rId7"/>
  </p:sldIdLst>
  <p:sldSz cx="11303000" cy="20104100"/>
  <p:notesSz cx="113030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8" d="100"/>
          <a:sy n="28" d="100"/>
        </p:scale>
        <p:origin x="2596" y="2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48201" y="6232271"/>
            <a:ext cx="9612948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96402" y="11258296"/>
            <a:ext cx="791654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65467" y="4623943"/>
            <a:ext cx="4919567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24315" y="4623943"/>
            <a:ext cx="4919567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1308556" cy="201041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5277022"/>
            <a:ext cx="11308556" cy="482707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38105" y="18187928"/>
            <a:ext cx="3832333" cy="106803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476211" y="722491"/>
            <a:ext cx="3057498" cy="13402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5467" y="804164"/>
            <a:ext cx="1017841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5467" y="4623943"/>
            <a:ext cx="1017841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45179" y="18696814"/>
            <a:ext cx="3618992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65467" y="18696814"/>
            <a:ext cx="260115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42732" y="18696814"/>
            <a:ext cx="260115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898" y="18051806"/>
            <a:ext cx="1193680" cy="1204151"/>
          </a:xfrm>
          <a:prstGeom prst="rect">
            <a:avLst/>
          </a:prstGeom>
        </p:spPr>
      </p:pic>
      <p:sp>
        <p:nvSpPr>
          <p:cNvPr id="22" name="object 3">
            <a:extLst>
              <a:ext uri="{FF2B5EF4-FFF2-40B4-BE49-F238E27FC236}">
                <a16:creationId xmlns:a16="http://schemas.microsoft.com/office/drawing/2014/main" id="{CCF9A82A-AC41-912E-0303-EE42D29B66E2}"/>
              </a:ext>
            </a:extLst>
          </p:cNvPr>
          <p:cNvSpPr txBox="1">
            <a:spLocks/>
          </p:cNvSpPr>
          <p:nvPr/>
        </p:nvSpPr>
        <p:spPr>
          <a:xfrm>
            <a:off x="4342448" y="6681400"/>
            <a:ext cx="2618104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 algn="ctr" rtl="1">
              <a:spcBef>
                <a:spcPts val="95"/>
              </a:spcBef>
            </a:pPr>
            <a:r>
              <a:rPr lang="ar-SA" sz="6600" spc="-10" dirty="0">
                <a:solidFill>
                  <a:schemeClr val="bg1"/>
                </a:solidFill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دعـــوة</a:t>
            </a:r>
            <a:endParaRPr lang="ar-SA" sz="6000" spc="-10" dirty="0">
              <a:solidFill>
                <a:schemeClr val="bg1"/>
              </a:solidFill>
              <a:latin typeface="Neo Sans Arabic Medium" panose="020B0704030504040204" pitchFamily="34" charset="-78"/>
              <a:cs typeface="Neo Sans Arabic Medium" panose="020B0704030504040204" pitchFamily="34" charset="-78"/>
            </a:endParaRPr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20B1359A-70CE-82AF-E580-3BC510AB1259}"/>
              </a:ext>
            </a:extLst>
          </p:cNvPr>
          <p:cNvSpPr txBox="1"/>
          <p:nvPr/>
        </p:nvSpPr>
        <p:spPr>
          <a:xfrm>
            <a:off x="0" y="9037399"/>
            <a:ext cx="11303000" cy="406265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endParaRPr lang="ar-SA" sz="2400" dirty="0">
              <a:latin typeface="Neo Sans Arabic Black" panose="020B0904030504040204" pitchFamily="34" charset="-78"/>
              <a:cs typeface="Neo Sans Arabic Black" panose="020B0904030504040204" pitchFamily="34" charset="-78"/>
            </a:endParaRPr>
          </a:p>
          <a:p>
            <a:pPr algn="ctr" rtl="1"/>
            <a:r>
              <a:rPr lang="ar-SA" sz="4000" dirty="0"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تـدعوكم جـامعة الأمير سطام بن عبدالعزيـز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3600" dirty="0"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ممثلة بـ "النص هنا (اسم الجهة)"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3200" dirty="0">
                <a:latin typeface="Neo Sans Arabic" panose="020B0504030504040204" pitchFamily="34" charset="-78"/>
                <a:cs typeface="Neo Sans Arabic" panose="020B0504030504040204" pitchFamily="34" charset="-78"/>
              </a:rPr>
              <a:t>لحضور "النص هنا (نوع الفعالية : دورة، محاضرة، ورشة عمل، ........)"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5400" dirty="0">
                <a:solidFill>
                  <a:srgbClr val="39756D"/>
                </a:solidFill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"النص هنا (عنوان الفعالية)"</a:t>
            </a: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88CF2C18-366A-C1CB-CB64-93D49869E976}"/>
              </a:ext>
            </a:extLst>
          </p:cNvPr>
          <p:cNvGrpSpPr/>
          <p:nvPr/>
        </p:nvGrpSpPr>
        <p:grpSpPr>
          <a:xfrm>
            <a:off x="573088" y="14428204"/>
            <a:ext cx="10156825" cy="2405646"/>
            <a:chOff x="573088" y="14428204"/>
            <a:chExt cx="10156825" cy="2405646"/>
          </a:xfrm>
        </p:grpSpPr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14DFE0C5-829B-AECB-5FBE-B1AA723608EF}"/>
                </a:ext>
              </a:extLst>
            </p:cNvPr>
            <p:cNvSpPr/>
            <p:nvPr/>
          </p:nvSpPr>
          <p:spPr>
            <a:xfrm>
              <a:off x="573088" y="14428204"/>
              <a:ext cx="10156825" cy="2405646"/>
            </a:xfrm>
            <a:custGeom>
              <a:avLst/>
              <a:gdLst/>
              <a:ahLst/>
              <a:cxnLst/>
              <a:rect l="l" t="t" r="r" b="b"/>
              <a:pathLst>
                <a:path w="10156825" h="3371850">
                  <a:moveTo>
                    <a:pt x="9563132" y="0"/>
                  </a:moveTo>
                  <a:lnTo>
                    <a:pt x="296807" y="0"/>
                  </a:lnTo>
                  <a:lnTo>
                    <a:pt x="248664" y="3884"/>
                  </a:lnTo>
                  <a:lnTo>
                    <a:pt x="202993" y="15131"/>
                  </a:lnTo>
                  <a:lnTo>
                    <a:pt x="160407" y="33129"/>
                  </a:lnTo>
                  <a:lnTo>
                    <a:pt x="121517" y="57266"/>
                  </a:lnTo>
                  <a:lnTo>
                    <a:pt x="86933" y="86933"/>
                  </a:lnTo>
                  <a:lnTo>
                    <a:pt x="57266" y="121517"/>
                  </a:lnTo>
                  <a:lnTo>
                    <a:pt x="33129" y="160407"/>
                  </a:lnTo>
                  <a:lnTo>
                    <a:pt x="15131" y="202993"/>
                  </a:lnTo>
                  <a:lnTo>
                    <a:pt x="3884" y="248664"/>
                  </a:lnTo>
                  <a:lnTo>
                    <a:pt x="0" y="296807"/>
                  </a:lnTo>
                  <a:lnTo>
                    <a:pt x="0" y="2777999"/>
                  </a:lnTo>
                  <a:lnTo>
                    <a:pt x="1967" y="2826686"/>
                  </a:lnTo>
                  <a:lnTo>
                    <a:pt x="7769" y="2874289"/>
                  </a:lnTo>
                  <a:lnTo>
                    <a:pt x="17252" y="2920655"/>
                  </a:lnTo>
                  <a:lnTo>
                    <a:pt x="30263" y="2965632"/>
                  </a:lnTo>
                  <a:lnTo>
                    <a:pt x="46649" y="3009066"/>
                  </a:lnTo>
                  <a:lnTo>
                    <a:pt x="66258" y="3050805"/>
                  </a:lnTo>
                  <a:lnTo>
                    <a:pt x="88937" y="3090697"/>
                  </a:lnTo>
                  <a:lnTo>
                    <a:pt x="114533" y="3128588"/>
                  </a:lnTo>
                  <a:lnTo>
                    <a:pt x="142894" y="3164325"/>
                  </a:lnTo>
                  <a:lnTo>
                    <a:pt x="173866" y="3197757"/>
                  </a:lnTo>
                  <a:lnTo>
                    <a:pt x="207297" y="3228729"/>
                  </a:lnTo>
                  <a:lnTo>
                    <a:pt x="243034" y="3257090"/>
                  </a:lnTo>
                  <a:lnTo>
                    <a:pt x="280924" y="3282687"/>
                  </a:lnTo>
                  <a:lnTo>
                    <a:pt x="320815" y="3305366"/>
                  </a:lnTo>
                  <a:lnTo>
                    <a:pt x="362554" y="3324975"/>
                  </a:lnTo>
                  <a:lnTo>
                    <a:pt x="405987" y="3341361"/>
                  </a:lnTo>
                  <a:lnTo>
                    <a:pt x="450963" y="3354372"/>
                  </a:lnTo>
                  <a:lnTo>
                    <a:pt x="497328" y="3363855"/>
                  </a:lnTo>
                  <a:lnTo>
                    <a:pt x="544929" y="3369657"/>
                  </a:lnTo>
                  <a:lnTo>
                    <a:pt x="593615" y="3371625"/>
                  </a:lnTo>
                  <a:lnTo>
                    <a:pt x="9859940" y="3371625"/>
                  </a:lnTo>
                  <a:lnTo>
                    <a:pt x="9908084" y="3367740"/>
                  </a:lnTo>
                  <a:lnTo>
                    <a:pt x="9953754" y="3356493"/>
                  </a:lnTo>
                  <a:lnTo>
                    <a:pt x="9996340" y="3338495"/>
                  </a:lnTo>
                  <a:lnTo>
                    <a:pt x="10035231" y="3314358"/>
                  </a:lnTo>
                  <a:lnTo>
                    <a:pt x="10069815" y="3284691"/>
                  </a:lnTo>
                  <a:lnTo>
                    <a:pt x="10099481" y="3250107"/>
                  </a:lnTo>
                  <a:lnTo>
                    <a:pt x="10123619" y="3211217"/>
                  </a:lnTo>
                  <a:lnTo>
                    <a:pt x="10141616" y="3168631"/>
                  </a:lnTo>
                  <a:lnTo>
                    <a:pt x="10152863" y="3122960"/>
                  </a:lnTo>
                  <a:lnTo>
                    <a:pt x="10156748" y="3074817"/>
                  </a:lnTo>
                  <a:lnTo>
                    <a:pt x="10156748" y="593625"/>
                  </a:lnTo>
                  <a:lnTo>
                    <a:pt x="10154780" y="544938"/>
                  </a:lnTo>
                  <a:lnTo>
                    <a:pt x="10148978" y="497335"/>
                  </a:lnTo>
                  <a:lnTo>
                    <a:pt x="10139496" y="450969"/>
                  </a:lnTo>
                  <a:lnTo>
                    <a:pt x="10126485" y="405992"/>
                  </a:lnTo>
                  <a:lnTo>
                    <a:pt x="10110098" y="362558"/>
                  </a:lnTo>
                  <a:lnTo>
                    <a:pt x="10090489" y="320819"/>
                  </a:lnTo>
                  <a:lnTo>
                    <a:pt x="10067810" y="280927"/>
                  </a:lnTo>
                  <a:lnTo>
                    <a:pt x="10042214" y="243036"/>
                  </a:lnTo>
                  <a:lnTo>
                    <a:pt x="10013854" y="207299"/>
                  </a:lnTo>
                  <a:lnTo>
                    <a:pt x="9982881" y="173867"/>
                  </a:lnTo>
                  <a:lnTo>
                    <a:pt x="9949450" y="142895"/>
                  </a:lnTo>
                  <a:lnTo>
                    <a:pt x="9913713" y="114534"/>
                  </a:lnTo>
                  <a:lnTo>
                    <a:pt x="9875823" y="88938"/>
                  </a:lnTo>
                  <a:lnTo>
                    <a:pt x="9835932" y="66258"/>
                  </a:lnTo>
                  <a:lnTo>
                    <a:pt x="9794194" y="46649"/>
                  </a:lnTo>
                  <a:lnTo>
                    <a:pt x="9750760" y="30263"/>
                  </a:lnTo>
                  <a:lnTo>
                    <a:pt x="9705785" y="17252"/>
                  </a:lnTo>
                  <a:lnTo>
                    <a:pt x="9659420" y="7769"/>
                  </a:lnTo>
                  <a:lnTo>
                    <a:pt x="9611818" y="1967"/>
                  </a:lnTo>
                  <a:lnTo>
                    <a:pt x="9563132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34" name="مجموعة 33">
              <a:extLst>
                <a:ext uri="{FF2B5EF4-FFF2-40B4-BE49-F238E27FC236}">
                  <a16:creationId xmlns:a16="http://schemas.microsoft.com/office/drawing/2014/main" id="{EB1DAFE4-D1B5-5E46-4790-1A62FC136DC9}"/>
                </a:ext>
              </a:extLst>
            </p:cNvPr>
            <p:cNvGrpSpPr/>
            <p:nvPr/>
          </p:nvGrpSpPr>
          <p:grpSpPr>
            <a:xfrm>
              <a:off x="1467493" y="14900317"/>
              <a:ext cx="8368014" cy="1461421"/>
              <a:chOff x="1314401" y="14936541"/>
              <a:chExt cx="8368014" cy="1461421"/>
            </a:xfrm>
          </p:grpSpPr>
          <p:grpSp>
            <p:nvGrpSpPr>
              <p:cNvPr id="25" name="مجموعة 24">
                <a:extLst>
                  <a:ext uri="{FF2B5EF4-FFF2-40B4-BE49-F238E27FC236}">
                    <a16:creationId xmlns:a16="http://schemas.microsoft.com/office/drawing/2014/main" id="{1F27C84A-2EB5-1BDC-7E17-3800B67542AF}"/>
                  </a:ext>
                </a:extLst>
              </p:cNvPr>
              <p:cNvGrpSpPr/>
              <p:nvPr/>
            </p:nvGrpSpPr>
            <p:grpSpPr>
              <a:xfrm>
                <a:off x="4148408" y="14936541"/>
                <a:ext cx="2700000" cy="1452796"/>
                <a:chOff x="6466618" y="8410812"/>
                <a:chExt cx="2700000" cy="1452796"/>
              </a:xfrm>
            </p:grpSpPr>
            <p:pic>
              <p:nvPicPr>
                <p:cNvPr id="32" name="object 7">
                  <a:extLst>
                    <a:ext uri="{FF2B5EF4-FFF2-40B4-BE49-F238E27FC236}">
                      <a16:creationId xmlns:a16="http://schemas.microsoft.com/office/drawing/2014/main" id="{49B42A40-4CC9-B864-ED2F-987649A72907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7510434" y="8410812"/>
                  <a:ext cx="612368" cy="612368"/>
                </a:xfrm>
                <a:prstGeom prst="rect">
                  <a:avLst/>
                </a:prstGeom>
              </p:spPr>
            </p:pic>
            <p:sp>
              <p:nvSpPr>
                <p:cNvPr id="33" name="مربع نص 32">
                  <a:extLst>
                    <a:ext uri="{FF2B5EF4-FFF2-40B4-BE49-F238E27FC236}">
                      <a16:creationId xmlns:a16="http://schemas.microsoft.com/office/drawing/2014/main" id="{94BDF8E3-BD68-F4D7-5C28-2282F62FEBBF}"/>
                    </a:ext>
                  </a:extLst>
                </p:cNvPr>
                <p:cNvSpPr txBox="1"/>
                <p:nvPr/>
              </p:nvSpPr>
              <p:spPr>
                <a:xfrm>
                  <a:off x="6466618" y="9155722"/>
                  <a:ext cx="2700000" cy="707886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 rtl="1"/>
                  <a:r>
                    <a:rPr lang="ar-SA" sz="2000" dirty="0">
                      <a:solidFill>
                        <a:srgbClr val="39756D"/>
                      </a:solidFill>
                      <a:latin typeface="Neo Sans Arabic" panose="020B0504030504040204" pitchFamily="34" charset="-78"/>
                      <a:cs typeface="Neo Sans Arabic" panose="020B0504030504040204" pitchFamily="34" charset="-78"/>
                    </a:rPr>
                    <a:t>الساعة</a:t>
                  </a:r>
                </a:p>
                <a:p>
                  <a:pPr algn="ctr" rtl="1"/>
                  <a:r>
                    <a:rPr lang="ar-SA" sz="2000" dirty="0">
                      <a:solidFill>
                        <a:schemeClr val="tx1"/>
                      </a:solidFill>
                      <a:latin typeface="Neo Sans Arabic Medium" panose="020B0704030504040204" pitchFamily="34" charset="-78"/>
                      <a:cs typeface="Neo Sans Arabic Medium" panose="020B0704030504040204" pitchFamily="34" charset="-78"/>
                    </a:rPr>
                    <a:t>التـــوقيــت</a:t>
                  </a:r>
                </a:p>
              </p:txBody>
            </p:sp>
          </p:grpSp>
          <p:grpSp>
            <p:nvGrpSpPr>
              <p:cNvPr id="26" name="مجموعة 25">
                <a:extLst>
                  <a:ext uri="{FF2B5EF4-FFF2-40B4-BE49-F238E27FC236}">
                    <a16:creationId xmlns:a16="http://schemas.microsoft.com/office/drawing/2014/main" id="{4AA5EFA9-458A-07D6-61A7-6A6183CD4A9F}"/>
                  </a:ext>
                </a:extLst>
              </p:cNvPr>
              <p:cNvGrpSpPr/>
              <p:nvPr/>
            </p:nvGrpSpPr>
            <p:grpSpPr>
              <a:xfrm>
                <a:off x="6982415" y="14936541"/>
                <a:ext cx="2700000" cy="1452796"/>
                <a:chOff x="8633204" y="8410812"/>
                <a:chExt cx="2700000" cy="1452796"/>
              </a:xfrm>
            </p:grpSpPr>
            <p:pic>
              <p:nvPicPr>
                <p:cNvPr id="30" name="object 8">
                  <a:extLst>
                    <a:ext uri="{FF2B5EF4-FFF2-40B4-BE49-F238E27FC236}">
                      <a16:creationId xmlns:a16="http://schemas.microsoft.com/office/drawing/2014/main" id="{48BB0CE9-3DD5-95F1-D05D-B7953EE53D10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9677020" y="8410812"/>
                  <a:ext cx="612368" cy="612368"/>
                </a:xfrm>
                <a:prstGeom prst="rect">
                  <a:avLst/>
                </a:prstGeom>
              </p:spPr>
            </p:pic>
            <p:sp>
              <p:nvSpPr>
                <p:cNvPr id="31" name="مربع نص 30">
                  <a:extLst>
                    <a:ext uri="{FF2B5EF4-FFF2-40B4-BE49-F238E27FC236}">
                      <a16:creationId xmlns:a16="http://schemas.microsoft.com/office/drawing/2014/main" id="{77DE35F1-EAB2-BDCD-04C2-76A1E5E0DBCE}"/>
                    </a:ext>
                  </a:extLst>
                </p:cNvPr>
                <p:cNvSpPr txBox="1"/>
                <p:nvPr/>
              </p:nvSpPr>
              <p:spPr>
                <a:xfrm>
                  <a:off x="8633204" y="9155722"/>
                  <a:ext cx="2700000" cy="707886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 rtl="1"/>
                  <a:r>
                    <a:rPr lang="ar-SA" sz="2000" dirty="0">
                      <a:solidFill>
                        <a:srgbClr val="39756D"/>
                      </a:solidFill>
                      <a:latin typeface="Neo Sans Arabic" panose="020B0504030504040204" pitchFamily="34" charset="-78"/>
                      <a:cs typeface="Neo Sans Arabic" panose="020B0504030504040204" pitchFamily="34" charset="-78"/>
                    </a:rPr>
                    <a:t>اليوم</a:t>
                  </a:r>
                </a:p>
                <a:p>
                  <a:pPr algn="ctr" rtl="1"/>
                  <a:r>
                    <a:rPr lang="ar-SA" sz="2000" dirty="0">
                      <a:solidFill>
                        <a:schemeClr val="tx1"/>
                      </a:solidFill>
                      <a:latin typeface="Neo Sans Arabic Medium" panose="020B0704030504040204" pitchFamily="34" charset="-78"/>
                      <a:cs typeface="Neo Sans Arabic Medium" panose="020B0704030504040204" pitchFamily="34" charset="-78"/>
                    </a:rPr>
                    <a:t>التـــاريـــخ</a:t>
                  </a:r>
                </a:p>
              </p:txBody>
            </p:sp>
          </p:grpSp>
          <p:grpSp>
            <p:nvGrpSpPr>
              <p:cNvPr id="27" name="مجموعة 26">
                <a:extLst>
                  <a:ext uri="{FF2B5EF4-FFF2-40B4-BE49-F238E27FC236}">
                    <a16:creationId xmlns:a16="http://schemas.microsoft.com/office/drawing/2014/main" id="{047A0035-2DE1-EC36-5ACA-72FDD549FB71}"/>
                  </a:ext>
                </a:extLst>
              </p:cNvPr>
              <p:cNvGrpSpPr/>
              <p:nvPr/>
            </p:nvGrpSpPr>
            <p:grpSpPr>
              <a:xfrm>
                <a:off x="1314401" y="14936541"/>
                <a:ext cx="2700000" cy="1461421"/>
                <a:chOff x="4300032" y="8402187"/>
                <a:chExt cx="2700000" cy="1461421"/>
              </a:xfrm>
            </p:grpSpPr>
            <p:pic>
              <p:nvPicPr>
                <p:cNvPr id="28" name="object 11">
                  <a:extLst>
                    <a:ext uri="{FF2B5EF4-FFF2-40B4-BE49-F238E27FC236}">
                      <a16:creationId xmlns:a16="http://schemas.microsoft.com/office/drawing/2014/main" id="{67928DFF-544B-0848-8B17-BCF87DD879ED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5335223" y="8402187"/>
                  <a:ext cx="629618" cy="629618"/>
                </a:xfrm>
                <a:prstGeom prst="rect">
                  <a:avLst/>
                </a:prstGeom>
              </p:spPr>
            </p:pic>
            <p:sp>
              <p:nvSpPr>
                <p:cNvPr id="29" name="مربع نص 28">
                  <a:extLst>
                    <a:ext uri="{FF2B5EF4-FFF2-40B4-BE49-F238E27FC236}">
                      <a16:creationId xmlns:a16="http://schemas.microsoft.com/office/drawing/2014/main" id="{F0CABCBE-0A12-6D03-7B9C-983457F87F7B}"/>
                    </a:ext>
                  </a:extLst>
                </p:cNvPr>
                <p:cNvSpPr txBox="1"/>
                <p:nvPr/>
              </p:nvSpPr>
              <p:spPr>
                <a:xfrm>
                  <a:off x="4300032" y="9155722"/>
                  <a:ext cx="2700000" cy="707886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 rtl="1"/>
                  <a:r>
                    <a:rPr lang="ar-SA" sz="2000" dirty="0">
                      <a:solidFill>
                        <a:srgbClr val="39756D"/>
                      </a:solidFill>
                      <a:latin typeface="Neo Sans Arabic" panose="020B0504030504040204" pitchFamily="34" charset="-78"/>
                      <a:cs typeface="Neo Sans Arabic" panose="020B0504030504040204" pitchFamily="34" charset="-78"/>
                    </a:rPr>
                    <a:t>المكان</a:t>
                  </a:r>
                </a:p>
                <a:p>
                  <a:pPr algn="ctr" rtl="1"/>
                  <a:r>
                    <a:rPr lang="ar-SA" sz="2000" dirty="0">
                      <a:solidFill>
                        <a:schemeClr val="tx1"/>
                      </a:solidFill>
                      <a:latin typeface="Neo Sans Arabic Medium" panose="020B0704030504040204" pitchFamily="34" charset="-78"/>
                      <a:cs typeface="Neo Sans Arabic Medium" panose="020B0704030504040204" pitchFamily="34" charset="-78"/>
                    </a:rPr>
                    <a:t>الـــوصـف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F831A-E69D-D6B5-C3AB-B9105AA8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>
            <a:extLst>
              <a:ext uri="{FF2B5EF4-FFF2-40B4-BE49-F238E27FC236}">
                <a16:creationId xmlns:a16="http://schemas.microsoft.com/office/drawing/2014/main" id="{05C8BB30-6A0F-F52E-6AFB-CB93C2B31D1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898" y="18051806"/>
            <a:ext cx="1193680" cy="1204151"/>
          </a:xfrm>
          <a:prstGeom prst="rect">
            <a:avLst/>
          </a:prstGeom>
        </p:spPr>
      </p:pic>
      <p:sp>
        <p:nvSpPr>
          <p:cNvPr id="22" name="object 3">
            <a:extLst>
              <a:ext uri="{FF2B5EF4-FFF2-40B4-BE49-F238E27FC236}">
                <a16:creationId xmlns:a16="http://schemas.microsoft.com/office/drawing/2014/main" id="{4DD6B894-B54E-6156-D31C-826D4489A352}"/>
              </a:ext>
            </a:extLst>
          </p:cNvPr>
          <p:cNvSpPr txBox="1">
            <a:spLocks/>
          </p:cNvSpPr>
          <p:nvPr/>
        </p:nvSpPr>
        <p:spPr>
          <a:xfrm>
            <a:off x="4342448" y="6681400"/>
            <a:ext cx="2618104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 algn="ctr" rtl="1">
              <a:spcBef>
                <a:spcPts val="95"/>
              </a:spcBef>
            </a:pPr>
            <a:r>
              <a:rPr lang="ar-SA" sz="6600" spc="-10" dirty="0">
                <a:solidFill>
                  <a:schemeClr val="bg1"/>
                </a:solidFill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دعـــوة</a:t>
            </a:r>
            <a:endParaRPr lang="ar-SA" sz="6000" spc="-10" dirty="0">
              <a:solidFill>
                <a:schemeClr val="bg1"/>
              </a:solidFill>
              <a:latin typeface="Neo Sans Arabic Medium" panose="020B0704030504040204" pitchFamily="34" charset="-78"/>
              <a:cs typeface="Neo Sans Arabic Medium" panose="020B0704030504040204" pitchFamily="34" charset="-78"/>
            </a:endParaRPr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6973AD1A-D8F8-9AC0-CFAD-FA20D4EFD82C}"/>
              </a:ext>
            </a:extLst>
          </p:cNvPr>
          <p:cNvSpPr txBox="1"/>
          <p:nvPr/>
        </p:nvSpPr>
        <p:spPr>
          <a:xfrm>
            <a:off x="0" y="9037399"/>
            <a:ext cx="11303000" cy="406265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endParaRPr lang="ar-SA" sz="2400" dirty="0">
              <a:latin typeface="Neo Sans Arabic Black" panose="020B0904030504040204" pitchFamily="34" charset="-78"/>
              <a:cs typeface="Neo Sans Arabic Black" panose="020B0904030504040204" pitchFamily="34" charset="-78"/>
            </a:endParaRPr>
          </a:p>
          <a:p>
            <a:pPr algn="ctr" rtl="1"/>
            <a:r>
              <a:rPr lang="ar-SA" sz="4000" dirty="0"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تـدعوكم جـامعة الأمير سطام بن عبدالعزيـز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3600" dirty="0"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ممثلة بـ "النص هنا (اسم الجهة)"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3200" dirty="0">
                <a:latin typeface="Neo Sans Arabic" panose="020B0504030504040204" pitchFamily="34" charset="-78"/>
                <a:cs typeface="Neo Sans Arabic" panose="020B0504030504040204" pitchFamily="34" charset="-78"/>
              </a:rPr>
              <a:t>لحضور "النص هنا (نوع الفعالية : دورة، محاضرة، ورشة عمل، ........)"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5400" dirty="0">
                <a:solidFill>
                  <a:srgbClr val="39756D"/>
                </a:solidFill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"النص هنا (عنوان الفعالية)"</a:t>
            </a:r>
          </a:p>
        </p:txBody>
      </p:sp>
      <p:grpSp>
        <p:nvGrpSpPr>
          <p:cNvPr id="17" name="مجموعة 16">
            <a:extLst>
              <a:ext uri="{FF2B5EF4-FFF2-40B4-BE49-F238E27FC236}">
                <a16:creationId xmlns:a16="http://schemas.microsoft.com/office/drawing/2014/main" id="{BBE350A7-C71E-0E79-9EC0-76A8259BE615}"/>
              </a:ext>
            </a:extLst>
          </p:cNvPr>
          <p:cNvGrpSpPr/>
          <p:nvPr/>
        </p:nvGrpSpPr>
        <p:grpSpPr>
          <a:xfrm>
            <a:off x="573088" y="14428204"/>
            <a:ext cx="10156825" cy="2405646"/>
            <a:chOff x="573088" y="14428204"/>
            <a:chExt cx="10156825" cy="2405646"/>
          </a:xfrm>
        </p:grpSpPr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F5CDEB29-4B4A-A5BC-4160-ECF52D176807}"/>
                </a:ext>
              </a:extLst>
            </p:cNvPr>
            <p:cNvSpPr/>
            <p:nvPr/>
          </p:nvSpPr>
          <p:spPr>
            <a:xfrm>
              <a:off x="573088" y="14428204"/>
              <a:ext cx="10156825" cy="2405646"/>
            </a:xfrm>
            <a:custGeom>
              <a:avLst/>
              <a:gdLst/>
              <a:ahLst/>
              <a:cxnLst/>
              <a:rect l="l" t="t" r="r" b="b"/>
              <a:pathLst>
                <a:path w="10156825" h="3371850">
                  <a:moveTo>
                    <a:pt x="9563132" y="0"/>
                  </a:moveTo>
                  <a:lnTo>
                    <a:pt x="296807" y="0"/>
                  </a:lnTo>
                  <a:lnTo>
                    <a:pt x="248664" y="3884"/>
                  </a:lnTo>
                  <a:lnTo>
                    <a:pt x="202993" y="15131"/>
                  </a:lnTo>
                  <a:lnTo>
                    <a:pt x="160407" y="33129"/>
                  </a:lnTo>
                  <a:lnTo>
                    <a:pt x="121517" y="57266"/>
                  </a:lnTo>
                  <a:lnTo>
                    <a:pt x="86933" y="86933"/>
                  </a:lnTo>
                  <a:lnTo>
                    <a:pt x="57266" y="121517"/>
                  </a:lnTo>
                  <a:lnTo>
                    <a:pt x="33129" y="160407"/>
                  </a:lnTo>
                  <a:lnTo>
                    <a:pt x="15131" y="202993"/>
                  </a:lnTo>
                  <a:lnTo>
                    <a:pt x="3884" y="248664"/>
                  </a:lnTo>
                  <a:lnTo>
                    <a:pt x="0" y="296807"/>
                  </a:lnTo>
                  <a:lnTo>
                    <a:pt x="0" y="2777999"/>
                  </a:lnTo>
                  <a:lnTo>
                    <a:pt x="1967" y="2826686"/>
                  </a:lnTo>
                  <a:lnTo>
                    <a:pt x="7769" y="2874289"/>
                  </a:lnTo>
                  <a:lnTo>
                    <a:pt x="17252" y="2920655"/>
                  </a:lnTo>
                  <a:lnTo>
                    <a:pt x="30263" y="2965632"/>
                  </a:lnTo>
                  <a:lnTo>
                    <a:pt x="46649" y="3009066"/>
                  </a:lnTo>
                  <a:lnTo>
                    <a:pt x="66258" y="3050805"/>
                  </a:lnTo>
                  <a:lnTo>
                    <a:pt x="88937" y="3090697"/>
                  </a:lnTo>
                  <a:lnTo>
                    <a:pt x="114533" y="3128588"/>
                  </a:lnTo>
                  <a:lnTo>
                    <a:pt x="142894" y="3164325"/>
                  </a:lnTo>
                  <a:lnTo>
                    <a:pt x="173866" y="3197757"/>
                  </a:lnTo>
                  <a:lnTo>
                    <a:pt x="207297" y="3228729"/>
                  </a:lnTo>
                  <a:lnTo>
                    <a:pt x="243034" y="3257090"/>
                  </a:lnTo>
                  <a:lnTo>
                    <a:pt x="280924" y="3282687"/>
                  </a:lnTo>
                  <a:lnTo>
                    <a:pt x="320815" y="3305366"/>
                  </a:lnTo>
                  <a:lnTo>
                    <a:pt x="362554" y="3324975"/>
                  </a:lnTo>
                  <a:lnTo>
                    <a:pt x="405987" y="3341361"/>
                  </a:lnTo>
                  <a:lnTo>
                    <a:pt x="450963" y="3354372"/>
                  </a:lnTo>
                  <a:lnTo>
                    <a:pt x="497328" y="3363855"/>
                  </a:lnTo>
                  <a:lnTo>
                    <a:pt x="544929" y="3369657"/>
                  </a:lnTo>
                  <a:lnTo>
                    <a:pt x="593615" y="3371625"/>
                  </a:lnTo>
                  <a:lnTo>
                    <a:pt x="9859940" y="3371625"/>
                  </a:lnTo>
                  <a:lnTo>
                    <a:pt x="9908084" y="3367740"/>
                  </a:lnTo>
                  <a:lnTo>
                    <a:pt x="9953754" y="3356493"/>
                  </a:lnTo>
                  <a:lnTo>
                    <a:pt x="9996340" y="3338495"/>
                  </a:lnTo>
                  <a:lnTo>
                    <a:pt x="10035231" y="3314358"/>
                  </a:lnTo>
                  <a:lnTo>
                    <a:pt x="10069815" y="3284691"/>
                  </a:lnTo>
                  <a:lnTo>
                    <a:pt x="10099481" y="3250107"/>
                  </a:lnTo>
                  <a:lnTo>
                    <a:pt x="10123619" y="3211217"/>
                  </a:lnTo>
                  <a:lnTo>
                    <a:pt x="10141616" y="3168631"/>
                  </a:lnTo>
                  <a:lnTo>
                    <a:pt x="10152863" y="3122960"/>
                  </a:lnTo>
                  <a:lnTo>
                    <a:pt x="10156748" y="3074817"/>
                  </a:lnTo>
                  <a:lnTo>
                    <a:pt x="10156748" y="593625"/>
                  </a:lnTo>
                  <a:lnTo>
                    <a:pt x="10154780" y="544938"/>
                  </a:lnTo>
                  <a:lnTo>
                    <a:pt x="10148978" y="497335"/>
                  </a:lnTo>
                  <a:lnTo>
                    <a:pt x="10139496" y="450969"/>
                  </a:lnTo>
                  <a:lnTo>
                    <a:pt x="10126485" y="405992"/>
                  </a:lnTo>
                  <a:lnTo>
                    <a:pt x="10110098" y="362558"/>
                  </a:lnTo>
                  <a:lnTo>
                    <a:pt x="10090489" y="320819"/>
                  </a:lnTo>
                  <a:lnTo>
                    <a:pt x="10067810" y="280927"/>
                  </a:lnTo>
                  <a:lnTo>
                    <a:pt x="10042214" y="243036"/>
                  </a:lnTo>
                  <a:lnTo>
                    <a:pt x="10013854" y="207299"/>
                  </a:lnTo>
                  <a:lnTo>
                    <a:pt x="9982881" y="173867"/>
                  </a:lnTo>
                  <a:lnTo>
                    <a:pt x="9949450" y="142895"/>
                  </a:lnTo>
                  <a:lnTo>
                    <a:pt x="9913713" y="114534"/>
                  </a:lnTo>
                  <a:lnTo>
                    <a:pt x="9875823" y="88938"/>
                  </a:lnTo>
                  <a:lnTo>
                    <a:pt x="9835932" y="66258"/>
                  </a:lnTo>
                  <a:lnTo>
                    <a:pt x="9794194" y="46649"/>
                  </a:lnTo>
                  <a:lnTo>
                    <a:pt x="9750760" y="30263"/>
                  </a:lnTo>
                  <a:lnTo>
                    <a:pt x="9705785" y="17252"/>
                  </a:lnTo>
                  <a:lnTo>
                    <a:pt x="9659420" y="7769"/>
                  </a:lnTo>
                  <a:lnTo>
                    <a:pt x="9611818" y="1967"/>
                  </a:lnTo>
                  <a:lnTo>
                    <a:pt x="9563132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2" name="مجموعة 1">
              <a:extLst>
                <a:ext uri="{FF2B5EF4-FFF2-40B4-BE49-F238E27FC236}">
                  <a16:creationId xmlns:a16="http://schemas.microsoft.com/office/drawing/2014/main" id="{2AC744DE-65BD-41BF-EA46-583C2318E1A8}"/>
                </a:ext>
              </a:extLst>
            </p:cNvPr>
            <p:cNvGrpSpPr/>
            <p:nvPr/>
          </p:nvGrpSpPr>
          <p:grpSpPr>
            <a:xfrm>
              <a:off x="955129" y="14898161"/>
              <a:ext cx="9392743" cy="1465733"/>
              <a:chOff x="1400461" y="8397875"/>
              <a:chExt cx="9392743" cy="1465733"/>
            </a:xfrm>
          </p:grpSpPr>
          <p:grpSp>
            <p:nvGrpSpPr>
              <p:cNvPr id="3" name="مجموعة 2">
                <a:extLst>
                  <a:ext uri="{FF2B5EF4-FFF2-40B4-BE49-F238E27FC236}">
                    <a16:creationId xmlns:a16="http://schemas.microsoft.com/office/drawing/2014/main" id="{A7721E1A-1129-AA86-B8C3-5B4E046B999A}"/>
                  </a:ext>
                </a:extLst>
              </p:cNvPr>
              <p:cNvGrpSpPr/>
              <p:nvPr/>
            </p:nvGrpSpPr>
            <p:grpSpPr>
              <a:xfrm>
                <a:off x="6222289" y="8410812"/>
                <a:ext cx="2160000" cy="1452796"/>
                <a:chOff x="6466618" y="8410812"/>
                <a:chExt cx="2160000" cy="1452796"/>
              </a:xfrm>
            </p:grpSpPr>
            <p:pic>
              <p:nvPicPr>
                <p:cNvPr id="14" name="object 7">
                  <a:extLst>
                    <a:ext uri="{FF2B5EF4-FFF2-40B4-BE49-F238E27FC236}">
                      <a16:creationId xmlns:a16="http://schemas.microsoft.com/office/drawing/2014/main" id="{B94AF25E-BFC1-8449-55AA-72D75FB80C25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7240434" y="8410812"/>
                  <a:ext cx="612368" cy="612368"/>
                </a:xfrm>
                <a:prstGeom prst="rect">
                  <a:avLst/>
                </a:prstGeom>
              </p:spPr>
            </p:pic>
            <p:sp>
              <p:nvSpPr>
                <p:cNvPr id="15" name="مربع نص 14">
                  <a:extLst>
                    <a:ext uri="{FF2B5EF4-FFF2-40B4-BE49-F238E27FC236}">
                      <a16:creationId xmlns:a16="http://schemas.microsoft.com/office/drawing/2014/main" id="{B3AA6723-F2FD-ED63-9383-0AEA6BBAA1F5}"/>
                    </a:ext>
                  </a:extLst>
                </p:cNvPr>
                <p:cNvSpPr txBox="1"/>
                <p:nvPr/>
              </p:nvSpPr>
              <p:spPr>
                <a:xfrm>
                  <a:off x="6466618" y="9155722"/>
                  <a:ext cx="2160000" cy="707886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 rtl="1"/>
                  <a:r>
                    <a:rPr lang="ar-SA" sz="2000" dirty="0">
                      <a:solidFill>
                        <a:srgbClr val="39756D"/>
                      </a:solidFill>
                      <a:latin typeface="Neo Sans Arabic" panose="020B0504030504040204" pitchFamily="34" charset="-78"/>
                      <a:cs typeface="Neo Sans Arabic" panose="020B0504030504040204" pitchFamily="34" charset="-78"/>
                    </a:rPr>
                    <a:t>الساعة</a:t>
                  </a:r>
                </a:p>
                <a:p>
                  <a:pPr algn="ctr" rtl="1"/>
                  <a:r>
                    <a:rPr lang="ar-SA" sz="2000" dirty="0">
                      <a:solidFill>
                        <a:schemeClr val="tx1"/>
                      </a:solidFill>
                      <a:latin typeface="Neo Sans Arabic Medium" panose="020B0704030504040204" pitchFamily="34" charset="-78"/>
                      <a:cs typeface="Neo Sans Arabic Medium" panose="020B0704030504040204" pitchFamily="34" charset="-78"/>
                    </a:rPr>
                    <a:t>التـــوقيــت</a:t>
                  </a:r>
                </a:p>
              </p:txBody>
            </p:sp>
          </p:grpSp>
          <p:grpSp>
            <p:nvGrpSpPr>
              <p:cNvPr id="4" name="مجموعة 3">
                <a:extLst>
                  <a:ext uri="{FF2B5EF4-FFF2-40B4-BE49-F238E27FC236}">
                    <a16:creationId xmlns:a16="http://schemas.microsoft.com/office/drawing/2014/main" id="{62D2BCFE-CD55-DCDA-D24E-49DED48EF4D9}"/>
                  </a:ext>
                </a:extLst>
              </p:cNvPr>
              <p:cNvGrpSpPr/>
              <p:nvPr/>
            </p:nvGrpSpPr>
            <p:grpSpPr>
              <a:xfrm>
                <a:off x="8633204" y="8410812"/>
                <a:ext cx="2160000" cy="1452796"/>
                <a:chOff x="8633204" y="8410812"/>
                <a:chExt cx="2160000" cy="1452796"/>
              </a:xfrm>
            </p:grpSpPr>
            <p:pic>
              <p:nvPicPr>
                <p:cNvPr id="12" name="object 8">
                  <a:extLst>
                    <a:ext uri="{FF2B5EF4-FFF2-40B4-BE49-F238E27FC236}">
                      <a16:creationId xmlns:a16="http://schemas.microsoft.com/office/drawing/2014/main" id="{6534753F-F920-402F-81EE-BDA9F687D130}"/>
                    </a:ext>
                  </a:extLst>
                </p:cNvPr>
                <p:cNvPicPr/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9407020" y="8410812"/>
                  <a:ext cx="612368" cy="612368"/>
                </a:xfrm>
                <a:prstGeom prst="rect">
                  <a:avLst/>
                </a:prstGeom>
              </p:spPr>
            </p:pic>
            <p:sp>
              <p:nvSpPr>
                <p:cNvPr id="13" name="مربع نص 12">
                  <a:extLst>
                    <a:ext uri="{FF2B5EF4-FFF2-40B4-BE49-F238E27FC236}">
                      <a16:creationId xmlns:a16="http://schemas.microsoft.com/office/drawing/2014/main" id="{B6045D31-8FF6-E6BC-E38D-7E4E34B2F7C3}"/>
                    </a:ext>
                  </a:extLst>
                </p:cNvPr>
                <p:cNvSpPr txBox="1"/>
                <p:nvPr/>
              </p:nvSpPr>
              <p:spPr>
                <a:xfrm>
                  <a:off x="8633204" y="9155722"/>
                  <a:ext cx="2160000" cy="707886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 rtl="1"/>
                  <a:r>
                    <a:rPr lang="ar-SA" sz="2000" dirty="0">
                      <a:solidFill>
                        <a:srgbClr val="39756D"/>
                      </a:solidFill>
                      <a:latin typeface="Neo Sans Arabic" panose="020B0504030504040204" pitchFamily="34" charset="-78"/>
                      <a:cs typeface="Neo Sans Arabic" panose="020B0504030504040204" pitchFamily="34" charset="-78"/>
                    </a:rPr>
                    <a:t>اليوم</a:t>
                  </a:r>
                </a:p>
                <a:p>
                  <a:pPr algn="ctr" rtl="1"/>
                  <a:r>
                    <a:rPr lang="ar-SA" sz="2000" dirty="0">
                      <a:solidFill>
                        <a:schemeClr val="tx1"/>
                      </a:solidFill>
                      <a:latin typeface="Neo Sans Arabic Medium" panose="020B0704030504040204" pitchFamily="34" charset="-78"/>
                      <a:cs typeface="Neo Sans Arabic Medium" panose="020B0704030504040204" pitchFamily="34" charset="-78"/>
                    </a:rPr>
                    <a:t>التـــاريـــخ</a:t>
                  </a:r>
                </a:p>
              </p:txBody>
            </p:sp>
          </p:grpSp>
          <p:grpSp>
            <p:nvGrpSpPr>
              <p:cNvPr id="5" name="مجموعة 4">
                <a:extLst>
                  <a:ext uri="{FF2B5EF4-FFF2-40B4-BE49-F238E27FC236}">
                    <a16:creationId xmlns:a16="http://schemas.microsoft.com/office/drawing/2014/main" id="{DF00286E-24F7-5476-DAD1-3B3E13824FE5}"/>
                  </a:ext>
                </a:extLst>
              </p:cNvPr>
              <p:cNvGrpSpPr/>
              <p:nvPr/>
            </p:nvGrpSpPr>
            <p:grpSpPr>
              <a:xfrm>
                <a:off x="3811375" y="8402187"/>
                <a:ext cx="2160000" cy="1461421"/>
                <a:chOff x="4300032" y="8402187"/>
                <a:chExt cx="2160000" cy="1461421"/>
              </a:xfrm>
            </p:grpSpPr>
            <p:pic>
              <p:nvPicPr>
                <p:cNvPr id="9" name="object 11">
                  <a:extLst>
                    <a:ext uri="{FF2B5EF4-FFF2-40B4-BE49-F238E27FC236}">
                      <a16:creationId xmlns:a16="http://schemas.microsoft.com/office/drawing/2014/main" id="{5C099CB4-194D-5C0E-7B30-C5C446A9BE00}"/>
                    </a:ext>
                  </a:extLst>
                </p:cNvPr>
                <p:cNvPicPr/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5065223" y="8402187"/>
                  <a:ext cx="629618" cy="629618"/>
                </a:xfrm>
                <a:prstGeom prst="rect">
                  <a:avLst/>
                </a:prstGeom>
              </p:spPr>
            </p:pic>
            <p:sp>
              <p:nvSpPr>
                <p:cNvPr id="11" name="مربع نص 10">
                  <a:extLst>
                    <a:ext uri="{FF2B5EF4-FFF2-40B4-BE49-F238E27FC236}">
                      <a16:creationId xmlns:a16="http://schemas.microsoft.com/office/drawing/2014/main" id="{E39991A2-3BA9-D3FF-09A7-99B899A7BF71}"/>
                    </a:ext>
                  </a:extLst>
                </p:cNvPr>
                <p:cNvSpPr txBox="1"/>
                <p:nvPr/>
              </p:nvSpPr>
              <p:spPr>
                <a:xfrm>
                  <a:off x="4300032" y="9155722"/>
                  <a:ext cx="2160000" cy="707886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 rtl="1"/>
                  <a:r>
                    <a:rPr lang="ar-SA" sz="2000" dirty="0">
                      <a:solidFill>
                        <a:srgbClr val="39756D"/>
                      </a:solidFill>
                      <a:latin typeface="Neo Sans Arabic" panose="020B0504030504040204" pitchFamily="34" charset="-78"/>
                      <a:cs typeface="Neo Sans Arabic" panose="020B0504030504040204" pitchFamily="34" charset="-78"/>
                    </a:rPr>
                    <a:t>المكان</a:t>
                  </a:r>
                </a:p>
                <a:p>
                  <a:pPr algn="ctr" rtl="1"/>
                  <a:r>
                    <a:rPr lang="ar-SA" sz="2000" dirty="0">
                      <a:solidFill>
                        <a:schemeClr val="tx1"/>
                      </a:solidFill>
                      <a:latin typeface="Neo Sans Arabic Medium" panose="020B0704030504040204" pitchFamily="34" charset="-78"/>
                      <a:cs typeface="Neo Sans Arabic Medium" panose="020B0704030504040204" pitchFamily="34" charset="-78"/>
                    </a:rPr>
                    <a:t>الـــوصـف</a:t>
                  </a:r>
                </a:p>
              </p:txBody>
            </p:sp>
          </p:grpSp>
          <p:grpSp>
            <p:nvGrpSpPr>
              <p:cNvPr id="6" name="مجموعة 5">
                <a:extLst>
                  <a:ext uri="{FF2B5EF4-FFF2-40B4-BE49-F238E27FC236}">
                    <a16:creationId xmlns:a16="http://schemas.microsoft.com/office/drawing/2014/main" id="{9C8E342F-664C-2E91-1507-706AD743A100}"/>
                  </a:ext>
                </a:extLst>
              </p:cNvPr>
              <p:cNvGrpSpPr/>
              <p:nvPr/>
            </p:nvGrpSpPr>
            <p:grpSpPr>
              <a:xfrm>
                <a:off x="1400461" y="8397875"/>
                <a:ext cx="2160000" cy="1465733"/>
                <a:chOff x="2133446" y="8397875"/>
                <a:chExt cx="2160000" cy="1465733"/>
              </a:xfrm>
            </p:grpSpPr>
            <p:pic>
              <p:nvPicPr>
                <p:cNvPr id="7" name="object 17">
                  <a:extLst>
                    <a:ext uri="{FF2B5EF4-FFF2-40B4-BE49-F238E27FC236}">
                      <a16:creationId xmlns:a16="http://schemas.microsoft.com/office/drawing/2014/main" id="{08912EF0-2754-8B2E-0893-BFC84CBBD83C}"/>
                    </a:ext>
                  </a:extLst>
                </p:cNvPr>
                <p:cNvPicPr/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2894325" y="8397875"/>
                  <a:ext cx="638243" cy="638243"/>
                </a:xfrm>
                <a:prstGeom prst="rect">
                  <a:avLst/>
                </a:prstGeom>
              </p:spPr>
            </p:pic>
            <p:sp>
              <p:nvSpPr>
                <p:cNvPr id="8" name="مربع نص 7">
                  <a:extLst>
                    <a:ext uri="{FF2B5EF4-FFF2-40B4-BE49-F238E27FC236}">
                      <a16:creationId xmlns:a16="http://schemas.microsoft.com/office/drawing/2014/main" id="{FF714185-C6E4-3EFC-A978-E79BA40C3049}"/>
                    </a:ext>
                  </a:extLst>
                </p:cNvPr>
                <p:cNvSpPr txBox="1"/>
                <p:nvPr/>
              </p:nvSpPr>
              <p:spPr>
                <a:xfrm>
                  <a:off x="2133446" y="9155722"/>
                  <a:ext cx="2160000" cy="707886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ctr" rtl="1"/>
                  <a:r>
                    <a:rPr lang="ar-SA" sz="2000" dirty="0">
                      <a:solidFill>
                        <a:srgbClr val="39756D"/>
                      </a:solidFill>
                      <a:latin typeface="Neo Sans Arabic" panose="020B0504030504040204" pitchFamily="34" charset="-78"/>
                      <a:cs typeface="Neo Sans Arabic" panose="020B0504030504040204" pitchFamily="34" charset="-78"/>
                    </a:rPr>
                    <a:t>يوجد</a:t>
                  </a:r>
                  <a:endParaRPr lang="ar-SA" sz="2400" dirty="0">
                    <a:solidFill>
                      <a:srgbClr val="39756D"/>
                    </a:solidFill>
                    <a:latin typeface="Neo Sans Arabic" panose="020B0504030504040204" pitchFamily="34" charset="-78"/>
                    <a:cs typeface="Neo Sans Arabic" panose="020B0504030504040204" pitchFamily="34" charset="-78"/>
                  </a:endParaRPr>
                </a:p>
                <a:p>
                  <a:pPr algn="ctr" rtl="1"/>
                  <a:r>
                    <a:rPr lang="ar-SA" sz="2000" dirty="0">
                      <a:solidFill>
                        <a:schemeClr val="tx1"/>
                      </a:solidFill>
                      <a:latin typeface="Neo Sans Arabic Medium" panose="020B0704030504040204" pitchFamily="34" charset="-78"/>
                      <a:cs typeface="Neo Sans Arabic Medium" panose="020B0704030504040204" pitchFamily="34" charset="-78"/>
                    </a:rPr>
                    <a:t>شهادات حضور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03367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B0767-8E00-501B-DE6B-F26688DDD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>
            <a:extLst>
              <a:ext uri="{FF2B5EF4-FFF2-40B4-BE49-F238E27FC236}">
                <a16:creationId xmlns:a16="http://schemas.microsoft.com/office/drawing/2014/main" id="{F4A03CDE-3389-B350-43A4-8316283F6C9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898" y="18051806"/>
            <a:ext cx="1193680" cy="1204151"/>
          </a:xfrm>
          <a:prstGeom prst="rect">
            <a:avLst/>
          </a:prstGeom>
        </p:spPr>
      </p:pic>
      <p:sp>
        <p:nvSpPr>
          <p:cNvPr id="22" name="object 3">
            <a:extLst>
              <a:ext uri="{FF2B5EF4-FFF2-40B4-BE49-F238E27FC236}">
                <a16:creationId xmlns:a16="http://schemas.microsoft.com/office/drawing/2014/main" id="{A277E323-EA78-472C-6F9E-D0681230DA03}"/>
              </a:ext>
            </a:extLst>
          </p:cNvPr>
          <p:cNvSpPr txBox="1">
            <a:spLocks/>
          </p:cNvSpPr>
          <p:nvPr/>
        </p:nvSpPr>
        <p:spPr>
          <a:xfrm>
            <a:off x="4342448" y="6681400"/>
            <a:ext cx="2618104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 algn="ctr" rtl="1">
              <a:spcBef>
                <a:spcPts val="95"/>
              </a:spcBef>
            </a:pPr>
            <a:r>
              <a:rPr lang="ar-SA" sz="6600" spc="-10" dirty="0">
                <a:solidFill>
                  <a:schemeClr val="bg1"/>
                </a:solidFill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دعـــوة</a:t>
            </a:r>
            <a:endParaRPr lang="ar-SA" sz="6000" spc="-10" dirty="0">
              <a:solidFill>
                <a:schemeClr val="bg1"/>
              </a:solidFill>
              <a:latin typeface="Neo Sans Arabic Medium" panose="020B0704030504040204" pitchFamily="34" charset="-78"/>
              <a:cs typeface="Neo Sans Arabic Medium" panose="020B0704030504040204" pitchFamily="34" charset="-78"/>
            </a:endParaRPr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6E922046-BBF5-2037-FDF8-A95CA745AF10}"/>
              </a:ext>
            </a:extLst>
          </p:cNvPr>
          <p:cNvSpPr txBox="1"/>
          <p:nvPr/>
        </p:nvSpPr>
        <p:spPr>
          <a:xfrm>
            <a:off x="0" y="9037399"/>
            <a:ext cx="11303000" cy="406265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endParaRPr lang="ar-SA" sz="2400" dirty="0">
              <a:latin typeface="Neo Sans Arabic Black" panose="020B0904030504040204" pitchFamily="34" charset="-78"/>
              <a:cs typeface="Neo Sans Arabic Black" panose="020B0904030504040204" pitchFamily="34" charset="-78"/>
            </a:endParaRPr>
          </a:p>
          <a:p>
            <a:pPr algn="ctr" rtl="1"/>
            <a:r>
              <a:rPr lang="ar-SA" sz="4000" dirty="0"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تـدعوكم جـامعة الأمير سطام بن عبدالعزيـز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3600" dirty="0"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ممثلة بـ "النص هنا (اسم الجهة)"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3200" dirty="0">
                <a:latin typeface="Neo Sans Arabic" panose="020B0504030504040204" pitchFamily="34" charset="-78"/>
                <a:cs typeface="Neo Sans Arabic" panose="020B0504030504040204" pitchFamily="34" charset="-78"/>
              </a:rPr>
              <a:t>لحضور "النص هنا (نوع الفعالية : دورة، محاضرة، ورشة عمل، ........)"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5400" dirty="0">
                <a:solidFill>
                  <a:srgbClr val="39756D"/>
                </a:solidFill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"النص هنا (عنوان الفعالية)"</a:t>
            </a:r>
          </a:p>
        </p:txBody>
      </p:sp>
      <p:grpSp>
        <p:nvGrpSpPr>
          <p:cNvPr id="45" name="مجموعة 44">
            <a:extLst>
              <a:ext uri="{FF2B5EF4-FFF2-40B4-BE49-F238E27FC236}">
                <a16:creationId xmlns:a16="http://schemas.microsoft.com/office/drawing/2014/main" id="{C906A517-2AE9-FA12-77AC-CA08C4133755}"/>
              </a:ext>
            </a:extLst>
          </p:cNvPr>
          <p:cNvGrpSpPr/>
          <p:nvPr/>
        </p:nvGrpSpPr>
        <p:grpSpPr>
          <a:xfrm>
            <a:off x="573088" y="13938550"/>
            <a:ext cx="10156825" cy="3303138"/>
            <a:chOff x="573088" y="13938550"/>
            <a:chExt cx="10156825" cy="3303138"/>
          </a:xfrm>
        </p:grpSpPr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74800F69-FA31-2671-3955-48451B76490C}"/>
                </a:ext>
              </a:extLst>
            </p:cNvPr>
            <p:cNvSpPr/>
            <p:nvPr/>
          </p:nvSpPr>
          <p:spPr>
            <a:xfrm>
              <a:off x="573088" y="14256619"/>
              <a:ext cx="10156825" cy="2667000"/>
            </a:xfrm>
            <a:custGeom>
              <a:avLst/>
              <a:gdLst/>
              <a:ahLst/>
              <a:cxnLst/>
              <a:rect l="l" t="t" r="r" b="b"/>
              <a:pathLst>
                <a:path w="10156825" h="3371850">
                  <a:moveTo>
                    <a:pt x="9563132" y="0"/>
                  </a:moveTo>
                  <a:lnTo>
                    <a:pt x="296807" y="0"/>
                  </a:lnTo>
                  <a:lnTo>
                    <a:pt x="248664" y="3884"/>
                  </a:lnTo>
                  <a:lnTo>
                    <a:pt x="202993" y="15131"/>
                  </a:lnTo>
                  <a:lnTo>
                    <a:pt x="160407" y="33129"/>
                  </a:lnTo>
                  <a:lnTo>
                    <a:pt x="121517" y="57266"/>
                  </a:lnTo>
                  <a:lnTo>
                    <a:pt x="86933" y="86933"/>
                  </a:lnTo>
                  <a:lnTo>
                    <a:pt x="57266" y="121517"/>
                  </a:lnTo>
                  <a:lnTo>
                    <a:pt x="33129" y="160407"/>
                  </a:lnTo>
                  <a:lnTo>
                    <a:pt x="15131" y="202993"/>
                  </a:lnTo>
                  <a:lnTo>
                    <a:pt x="3884" y="248664"/>
                  </a:lnTo>
                  <a:lnTo>
                    <a:pt x="0" y="296807"/>
                  </a:lnTo>
                  <a:lnTo>
                    <a:pt x="0" y="2777999"/>
                  </a:lnTo>
                  <a:lnTo>
                    <a:pt x="1967" y="2826686"/>
                  </a:lnTo>
                  <a:lnTo>
                    <a:pt x="7769" y="2874289"/>
                  </a:lnTo>
                  <a:lnTo>
                    <a:pt x="17252" y="2920655"/>
                  </a:lnTo>
                  <a:lnTo>
                    <a:pt x="30263" y="2965632"/>
                  </a:lnTo>
                  <a:lnTo>
                    <a:pt x="46649" y="3009066"/>
                  </a:lnTo>
                  <a:lnTo>
                    <a:pt x="66258" y="3050805"/>
                  </a:lnTo>
                  <a:lnTo>
                    <a:pt x="88937" y="3090697"/>
                  </a:lnTo>
                  <a:lnTo>
                    <a:pt x="114533" y="3128588"/>
                  </a:lnTo>
                  <a:lnTo>
                    <a:pt x="142894" y="3164325"/>
                  </a:lnTo>
                  <a:lnTo>
                    <a:pt x="173866" y="3197757"/>
                  </a:lnTo>
                  <a:lnTo>
                    <a:pt x="207297" y="3228729"/>
                  </a:lnTo>
                  <a:lnTo>
                    <a:pt x="243034" y="3257090"/>
                  </a:lnTo>
                  <a:lnTo>
                    <a:pt x="280924" y="3282687"/>
                  </a:lnTo>
                  <a:lnTo>
                    <a:pt x="320815" y="3305366"/>
                  </a:lnTo>
                  <a:lnTo>
                    <a:pt x="362554" y="3324975"/>
                  </a:lnTo>
                  <a:lnTo>
                    <a:pt x="405987" y="3341361"/>
                  </a:lnTo>
                  <a:lnTo>
                    <a:pt x="450963" y="3354372"/>
                  </a:lnTo>
                  <a:lnTo>
                    <a:pt x="497328" y="3363855"/>
                  </a:lnTo>
                  <a:lnTo>
                    <a:pt x="544929" y="3369657"/>
                  </a:lnTo>
                  <a:lnTo>
                    <a:pt x="593615" y="3371625"/>
                  </a:lnTo>
                  <a:lnTo>
                    <a:pt x="9859940" y="3371625"/>
                  </a:lnTo>
                  <a:lnTo>
                    <a:pt x="9908084" y="3367740"/>
                  </a:lnTo>
                  <a:lnTo>
                    <a:pt x="9953754" y="3356493"/>
                  </a:lnTo>
                  <a:lnTo>
                    <a:pt x="9996340" y="3338495"/>
                  </a:lnTo>
                  <a:lnTo>
                    <a:pt x="10035231" y="3314358"/>
                  </a:lnTo>
                  <a:lnTo>
                    <a:pt x="10069815" y="3284691"/>
                  </a:lnTo>
                  <a:lnTo>
                    <a:pt x="10099481" y="3250107"/>
                  </a:lnTo>
                  <a:lnTo>
                    <a:pt x="10123619" y="3211217"/>
                  </a:lnTo>
                  <a:lnTo>
                    <a:pt x="10141616" y="3168631"/>
                  </a:lnTo>
                  <a:lnTo>
                    <a:pt x="10152863" y="3122960"/>
                  </a:lnTo>
                  <a:lnTo>
                    <a:pt x="10156748" y="3074817"/>
                  </a:lnTo>
                  <a:lnTo>
                    <a:pt x="10156748" y="593625"/>
                  </a:lnTo>
                  <a:lnTo>
                    <a:pt x="10154780" y="544938"/>
                  </a:lnTo>
                  <a:lnTo>
                    <a:pt x="10148978" y="497335"/>
                  </a:lnTo>
                  <a:lnTo>
                    <a:pt x="10139496" y="450969"/>
                  </a:lnTo>
                  <a:lnTo>
                    <a:pt x="10126485" y="405992"/>
                  </a:lnTo>
                  <a:lnTo>
                    <a:pt x="10110098" y="362558"/>
                  </a:lnTo>
                  <a:lnTo>
                    <a:pt x="10090489" y="320819"/>
                  </a:lnTo>
                  <a:lnTo>
                    <a:pt x="10067810" y="280927"/>
                  </a:lnTo>
                  <a:lnTo>
                    <a:pt x="10042214" y="243036"/>
                  </a:lnTo>
                  <a:lnTo>
                    <a:pt x="10013854" y="207299"/>
                  </a:lnTo>
                  <a:lnTo>
                    <a:pt x="9982881" y="173867"/>
                  </a:lnTo>
                  <a:lnTo>
                    <a:pt x="9949450" y="142895"/>
                  </a:lnTo>
                  <a:lnTo>
                    <a:pt x="9913713" y="114534"/>
                  </a:lnTo>
                  <a:lnTo>
                    <a:pt x="9875823" y="88938"/>
                  </a:lnTo>
                  <a:lnTo>
                    <a:pt x="9835932" y="66258"/>
                  </a:lnTo>
                  <a:lnTo>
                    <a:pt x="9794194" y="46649"/>
                  </a:lnTo>
                  <a:lnTo>
                    <a:pt x="9750760" y="30263"/>
                  </a:lnTo>
                  <a:lnTo>
                    <a:pt x="9705785" y="17252"/>
                  </a:lnTo>
                  <a:lnTo>
                    <a:pt x="9659420" y="7769"/>
                  </a:lnTo>
                  <a:lnTo>
                    <a:pt x="9611818" y="1967"/>
                  </a:lnTo>
                  <a:lnTo>
                    <a:pt x="9563132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44" name="مجموعة 43">
              <a:extLst>
                <a:ext uri="{FF2B5EF4-FFF2-40B4-BE49-F238E27FC236}">
                  <a16:creationId xmlns:a16="http://schemas.microsoft.com/office/drawing/2014/main" id="{F1A04F50-89A2-98F7-3120-693FCB9DA7F7}"/>
                </a:ext>
              </a:extLst>
            </p:cNvPr>
            <p:cNvGrpSpPr/>
            <p:nvPr/>
          </p:nvGrpSpPr>
          <p:grpSpPr>
            <a:xfrm>
              <a:off x="1078499" y="13938550"/>
              <a:ext cx="9146003" cy="3303138"/>
              <a:chOff x="1078499" y="13938550"/>
              <a:chExt cx="9146003" cy="3303138"/>
            </a:xfrm>
          </p:grpSpPr>
          <p:grpSp>
            <p:nvGrpSpPr>
              <p:cNvPr id="4" name="object 4">
                <a:extLst>
                  <a:ext uri="{FF2B5EF4-FFF2-40B4-BE49-F238E27FC236}">
                    <a16:creationId xmlns:a16="http://schemas.microsoft.com/office/drawing/2014/main" id="{D97DC576-D9ED-6684-5958-88D09433E122}"/>
                  </a:ext>
                </a:extLst>
              </p:cNvPr>
              <p:cNvGrpSpPr/>
              <p:nvPr/>
            </p:nvGrpSpPr>
            <p:grpSpPr>
              <a:xfrm>
                <a:off x="1078499" y="13938550"/>
                <a:ext cx="3044428" cy="3303138"/>
                <a:chOff x="1334679" y="13735434"/>
                <a:chExt cx="3321050" cy="3808095"/>
              </a:xfrm>
            </p:grpSpPr>
            <p:sp>
              <p:nvSpPr>
                <p:cNvPr id="5" name="object 5">
                  <a:extLst>
                    <a:ext uri="{FF2B5EF4-FFF2-40B4-BE49-F238E27FC236}">
                      <a16:creationId xmlns:a16="http://schemas.microsoft.com/office/drawing/2014/main" id="{29B18D7D-B8D0-91EF-44AF-89690745CF0E}"/>
                    </a:ext>
                  </a:extLst>
                </p:cNvPr>
                <p:cNvSpPr/>
                <p:nvPr/>
              </p:nvSpPr>
              <p:spPr>
                <a:xfrm>
                  <a:off x="1384844" y="13785599"/>
                  <a:ext cx="3220720" cy="3707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0720" h="3707765">
                      <a:moveTo>
                        <a:pt x="2916675" y="0"/>
                      </a:moveTo>
                      <a:lnTo>
                        <a:pt x="52354" y="0"/>
                      </a:lnTo>
                      <a:lnTo>
                        <a:pt x="31977" y="4114"/>
                      </a:lnTo>
                      <a:lnTo>
                        <a:pt x="15335" y="15335"/>
                      </a:lnTo>
                      <a:lnTo>
                        <a:pt x="4114" y="31977"/>
                      </a:lnTo>
                      <a:lnTo>
                        <a:pt x="0" y="52354"/>
                      </a:lnTo>
                      <a:lnTo>
                        <a:pt x="0" y="3404022"/>
                      </a:lnTo>
                      <a:lnTo>
                        <a:pt x="3974" y="3453275"/>
                      </a:lnTo>
                      <a:lnTo>
                        <a:pt x="15480" y="3499999"/>
                      </a:lnTo>
                      <a:lnTo>
                        <a:pt x="33894" y="3543568"/>
                      </a:lnTo>
                      <a:lnTo>
                        <a:pt x="58588" y="3583355"/>
                      </a:lnTo>
                      <a:lnTo>
                        <a:pt x="88939" y="3618737"/>
                      </a:lnTo>
                      <a:lnTo>
                        <a:pt x="124321" y="3649088"/>
                      </a:lnTo>
                      <a:lnTo>
                        <a:pt x="164109" y="3673783"/>
                      </a:lnTo>
                      <a:lnTo>
                        <a:pt x="207678" y="3692196"/>
                      </a:lnTo>
                      <a:lnTo>
                        <a:pt x="254401" y="3703703"/>
                      </a:lnTo>
                      <a:lnTo>
                        <a:pt x="303655" y="3707677"/>
                      </a:lnTo>
                      <a:lnTo>
                        <a:pt x="2916675" y="3707677"/>
                      </a:lnTo>
                      <a:lnTo>
                        <a:pt x="2965929" y="3703703"/>
                      </a:lnTo>
                      <a:lnTo>
                        <a:pt x="3012653" y="3692196"/>
                      </a:lnTo>
                      <a:lnTo>
                        <a:pt x="3056221" y="3673783"/>
                      </a:lnTo>
                      <a:lnTo>
                        <a:pt x="3096009" y="3649088"/>
                      </a:lnTo>
                      <a:lnTo>
                        <a:pt x="3131391" y="3618737"/>
                      </a:lnTo>
                      <a:lnTo>
                        <a:pt x="3161742" y="3583355"/>
                      </a:lnTo>
                      <a:lnTo>
                        <a:pt x="3186437" y="3543568"/>
                      </a:lnTo>
                      <a:lnTo>
                        <a:pt x="3204850" y="3499999"/>
                      </a:lnTo>
                      <a:lnTo>
                        <a:pt x="3216356" y="3453275"/>
                      </a:lnTo>
                      <a:lnTo>
                        <a:pt x="3220331" y="3404022"/>
                      </a:lnTo>
                      <a:lnTo>
                        <a:pt x="3220331" y="303655"/>
                      </a:lnTo>
                      <a:lnTo>
                        <a:pt x="3216356" y="254401"/>
                      </a:lnTo>
                      <a:lnTo>
                        <a:pt x="3204850" y="207678"/>
                      </a:lnTo>
                      <a:lnTo>
                        <a:pt x="3186437" y="164109"/>
                      </a:lnTo>
                      <a:lnTo>
                        <a:pt x="3161742" y="124321"/>
                      </a:lnTo>
                      <a:lnTo>
                        <a:pt x="3131391" y="88939"/>
                      </a:lnTo>
                      <a:lnTo>
                        <a:pt x="3096009" y="58588"/>
                      </a:lnTo>
                      <a:lnTo>
                        <a:pt x="3056221" y="33894"/>
                      </a:lnTo>
                      <a:lnTo>
                        <a:pt x="3012653" y="15480"/>
                      </a:lnTo>
                      <a:lnTo>
                        <a:pt x="2965929" y="3974"/>
                      </a:lnTo>
                      <a:lnTo>
                        <a:pt x="2916675" y="0"/>
                      </a:lnTo>
                      <a:close/>
                    </a:path>
                  </a:pathLst>
                </a:custGeom>
                <a:solidFill>
                  <a:srgbClr val="D3E9E7">
                    <a:alpha val="83000"/>
                  </a:srgbClr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6" name="object 6">
                  <a:extLst>
                    <a:ext uri="{FF2B5EF4-FFF2-40B4-BE49-F238E27FC236}">
                      <a16:creationId xmlns:a16="http://schemas.microsoft.com/office/drawing/2014/main" id="{1DBD0020-20AC-5EE1-641E-EF6C94F94B83}"/>
                    </a:ext>
                  </a:extLst>
                </p:cNvPr>
                <p:cNvSpPr/>
                <p:nvPr/>
              </p:nvSpPr>
              <p:spPr>
                <a:xfrm>
                  <a:off x="1384844" y="13785599"/>
                  <a:ext cx="3220720" cy="3707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0720" h="3707765">
                      <a:moveTo>
                        <a:pt x="2916675" y="0"/>
                      </a:moveTo>
                      <a:lnTo>
                        <a:pt x="52354" y="0"/>
                      </a:lnTo>
                      <a:lnTo>
                        <a:pt x="31977" y="4114"/>
                      </a:lnTo>
                      <a:lnTo>
                        <a:pt x="15335" y="15335"/>
                      </a:lnTo>
                      <a:lnTo>
                        <a:pt x="4114" y="31977"/>
                      </a:lnTo>
                      <a:lnTo>
                        <a:pt x="0" y="52354"/>
                      </a:lnTo>
                      <a:lnTo>
                        <a:pt x="0" y="3404022"/>
                      </a:lnTo>
                      <a:lnTo>
                        <a:pt x="3974" y="3453275"/>
                      </a:lnTo>
                      <a:lnTo>
                        <a:pt x="15480" y="3499999"/>
                      </a:lnTo>
                      <a:lnTo>
                        <a:pt x="33894" y="3543568"/>
                      </a:lnTo>
                      <a:lnTo>
                        <a:pt x="58588" y="3583355"/>
                      </a:lnTo>
                      <a:lnTo>
                        <a:pt x="88939" y="3618737"/>
                      </a:lnTo>
                      <a:lnTo>
                        <a:pt x="124321" y="3649088"/>
                      </a:lnTo>
                      <a:lnTo>
                        <a:pt x="164109" y="3673783"/>
                      </a:lnTo>
                      <a:lnTo>
                        <a:pt x="207678" y="3692196"/>
                      </a:lnTo>
                      <a:lnTo>
                        <a:pt x="254401" y="3703703"/>
                      </a:lnTo>
                      <a:lnTo>
                        <a:pt x="303655" y="3707677"/>
                      </a:lnTo>
                      <a:lnTo>
                        <a:pt x="2916675" y="3707677"/>
                      </a:lnTo>
                      <a:lnTo>
                        <a:pt x="2965929" y="3703703"/>
                      </a:lnTo>
                      <a:lnTo>
                        <a:pt x="3012653" y="3692196"/>
                      </a:lnTo>
                      <a:lnTo>
                        <a:pt x="3056221" y="3673783"/>
                      </a:lnTo>
                      <a:lnTo>
                        <a:pt x="3096009" y="3649088"/>
                      </a:lnTo>
                      <a:lnTo>
                        <a:pt x="3131391" y="3618737"/>
                      </a:lnTo>
                      <a:lnTo>
                        <a:pt x="3161742" y="3583355"/>
                      </a:lnTo>
                      <a:lnTo>
                        <a:pt x="3186437" y="3543568"/>
                      </a:lnTo>
                      <a:lnTo>
                        <a:pt x="3204850" y="3499999"/>
                      </a:lnTo>
                      <a:lnTo>
                        <a:pt x="3216356" y="3453275"/>
                      </a:lnTo>
                      <a:lnTo>
                        <a:pt x="3220331" y="3404022"/>
                      </a:lnTo>
                      <a:lnTo>
                        <a:pt x="3220331" y="303655"/>
                      </a:lnTo>
                      <a:lnTo>
                        <a:pt x="3216356" y="254401"/>
                      </a:lnTo>
                      <a:lnTo>
                        <a:pt x="3204850" y="207678"/>
                      </a:lnTo>
                      <a:lnTo>
                        <a:pt x="3186437" y="164109"/>
                      </a:lnTo>
                      <a:lnTo>
                        <a:pt x="3161742" y="124321"/>
                      </a:lnTo>
                      <a:lnTo>
                        <a:pt x="3131391" y="88939"/>
                      </a:lnTo>
                      <a:lnTo>
                        <a:pt x="3096009" y="58588"/>
                      </a:lnTo>
                      <a:lnTo>
                        <a:pt x="3056221" y="33894"/>
                      </a:lnTo>
                      <a:lnTo>
                        <a:pt x="3012653" y="15480"/>
                      </a:lnTo>
                      <a:lnTo>
                        <a:pt x="2965929" y="3974"/>
                      </a:lnTo>
                      <a:lnTo>
                        <a:pt x="2916675" y="0"/>
                      </a:lnTo>
                      <a:close/>
                    </a:path>
                  </a:pathLst>
                </a:custGeom>
                <a:ln w="100101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42" name="مجموعة 41">
                <a:extLst>
                  <a:ext uri="{FF2B5EF4-FFF2-40B4-BE49-F238E27FC236}">
                    <a16:creationId xmlns:a16="http://schemas.microsoft.com/office/drawing/2014/main" id="{0CD8FC98-C470-69F9-DE68-FF0E8CB64114}"/>
                  </a:ext>
                </a:extLst>
              </p:cNvPr>
              <p:cNvGrpSpPr/>
              <p:nvPr/>
            </p:nvGrpSpPr>
            <p:grpSpPr>
              <a:xfrm>
                <a:off x="4495513" y="14702010"/>
                <a:ext cx="5728989" cy="1979440"/>
                <a:chOff x="4660900" y="14678164"/>
                <a:chExt cx="5728989" cy="1979440"/>
              </a:xfrm>
            </p:grpSpPr>
            <p:grpSp>
              <p:nvGrpSpPr>
                <p:cNvPr id="40" name="مجموعة 39">
                  <a:extLst>
                    <a:ext uri="{FF2B5EF4-FFF2-40B4-BE49-F238E27FC236}">
                      <a16:creationId xmlns:a16="http://schemas.microsoft.com/office/drawing/2014/main" id="{8087CD65-BD97-FA3E-6129-257A7E77B343}"/>
                    </a:ext>
                  </a:extLst>
                </p:cNvPr>
                <p:cNvGrpSpPr/>
                <p:nvPr/>
              </p:nvGrpSpPr>
              <p:grpSpPr>
                <a:xfrm>
                  <a:off x="5056075" y="14678164"/>
                  <a:ext cx="5333814" cy="707886"/>
                  <a:chOff x="5056075" y="14678164"/>
                  <a:chExt cx="5333814" cy="707886"/>
                </a:xfrm>
              </p:grpSpPr>
              <p:grpSp>
                <p:nvGrpSpPr>
                  <p:cNvPr id="39" name="مجموعة 38">
                    <a:extLst>
                      <a:ext uri="{FF2B5EF4-FFF2-40B4-BE49-F238E27FC236}">
                        <a16:creationId xmlns:a16="http://schemas.microsoft.com/office/drawing/2014/main" id="{6838BECF-5512-7A31-9D92-7455A3B71631}"/>
                      </a:ext>
                    </a:extLst>
                  </p:cNvPr>
                  <p:cNvGrpSpPr/>
                  <p:nvPr/>
                </p:nvGrpSpPr>
                <p:grpSpPr>
                  <a:xfrm>
                    <a:off x="5056075" y="14678164"/>
                    <a:ext cx="2186550" cy="707886"/>
                    <a:chOff x="5270567" y="14415943"/>
                    <a:chExt cx="2186550" cy="707886"/>
                  </a:xfrm>
                </p:grpSpPr>
                <p:pic>
                  <p:nvPicPr>
                    <p:cNvPr id="31" name="object 7">
                      <a:extLst>
                        <a:ext uri="{FF2B5EF4-FFF2-40B4-BE49-F238E27FC236}">
                          <a16:creationId xmlns:a16="http://schemas.microsoft.com/office/drawing/2014/main" id="{75BB626D-F317-F5EF-7764-EA64805ABD37}"/>
                        </a:ext>
                      </a:extLst>
                    </p:cNvPr>
                    <p:cNvPicPr/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6844749" y="14463702"/>
                      <a:ext cx="612368" cy="61236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2" name="مربع نص 31">
                      <a:extLst>
                        <a:ext uri="{FF2B5EF4-FFF2-40B4-BE49-F238E27FC236}">
                          <a16:creationId xmlns:a16="http://schemas.microsoft.com/office/drawing/2014/main" id="{24BDE802-E560-B5F5-91DE-C54C8B9DD8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70567" y="14415943"/>
                      <a:ext cx="1440000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1">
                      <a:spAutoFit/>
                    </a:bodyPr>
                    <a:lstStyle/>
                    <a:p>
                      <a:pPr algn="r" rtl="1"/>
                      <a:r>
                        <a:rPr lang="ar-SA" sz="2000" dirty="0">
                          <a:solidFill>
                            <a:srgbClr val="39756D"/>
                          </a:solidFill>
                          <a:latin typeface="Neo Sans Arabic" panose="020B0504030504040204" pitchFamily="34" charset="-78"/>
                          <a:cs typeface="Neo Sans Arabic" panose="020B0504030504040204" pitchFamily="34" charset="-78"/>
                        </a:rPr>
                        <a:t>الساعة</a:t>
                      </a:r>
                    </a:p>
                    <a:p>
                      <a:pPr algn="r" rtl="1"/>
                      <a:r>
                        <a:rPr lang="ar-SA" sz="2000" dirty="0">
                          <a:solidFill>
                            <a:schemeClr val="tx1"/>
                          </a:solidFill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التـــوقيــت</a:t>
                      </a:r>
                    </a:p>
                  </p:txBody>
                </p:sp>
              </p:grpSp>
              <p:grpSp>
                <p:nvGrpSpPr>
                  <p:cNvPr id="35" name="مجموعة 34">
                    <a:extLst>
                      <a:ext uri="{FF2B5EF4-FFF2-40B4-BE49-F238E27FC236}">
                        <a16:creationId xmlns:a16="http://schemas.microsoft.com/office/drawing/2014/main" id="{C4832A21-0CFF-443C-212A-158D8D1E2EB1}"/>
                      </a:ext>
                    </a:extLst>
                  </p:cNvPr>
                  <p:cNvGrpSpPr/>
                  <p:nvPr/>
                </p:nvGrpSpPr>
                <p:grpSpPr>
                  <a:xfrm>
                    <a:off x="8203339" y="14678164"/>
                    <a:ext cx="2186550" cy="707886"/>
                    <a:chOff x="8166100" y="14415943"/>
                    <a:chExt cx="2186550" cy="707886"/>
                  </a:xfrm>
                </p:grpSpPr>
                <p:pic>
                  <p:nvPicPr>
                    <p:cNvPr id="29" name="object 8">
                      <a:extLst>
                        <a:ext uri="{FF2B5EF4-FFF2-40B4-BE49-F238E27FC236}">
                          <a16:creationId xmlns:a16="http://schemas.microsoft.com/office/drawing/2014/main" id="{B2CC75C9-3A47-6C20-5BED-0AE9E25EABFF}"/>
                        </a:ext>
                      </a:extLst>
                    </p:cNvPr>
                    <p:cNvPicPr/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9740282" y="14463702"/>
                      <a:ext cx="612368" cy="61236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0" name="مربع نص 29">
                      <a:extLst>
                        <a:ext uri="{FF2B5EF4-FFF2-40B4-BE49-F238E27FC236}">
                          <a16:creationId xmlns:a16="http://schemas.microsoft.com/office/drawing/2014/main" id="{0D13F614-A364-A583-3F20-9FF9629B4B6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66100" y="14415943"/>
                      <a:ext cx="1440000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1">
                      <a:spAutoFit/>
                    </a:bodyPr>
                    <a:lstStyle/>
                    <a:p>
                      <a:pPr algn="r" rtl="1"/>
                      <a:r>
                        <a:rPr lang="ar-SA" sz="2000" dirty="0">
                          <a:solidFill>
                            <a:srgbClr val="39756D"/>
                          </a:solidFill>
                          <a:latin typeface="Neo Sans Arabic" panose="020B0504030504040204" pitchFamily="34" charset="-78"/>
                          <a:cs typeface="Neo Sans Arabic" panose="020B0504030504040204" pitchFamily="34" charset="-78"/>
                        </a:rPr>
                        <a:t>اليوم</a:t>
                      </a:r>
                    </a:p>
                    <a:p>
                      <a:pPr algn="r" rtl="1"/>
                      <a:r>
                        <a:rPr lang="ar-SA" sz="2000" dirty="0">
                          <a:solidFill>
                            <a:schemeClr val="tx1"/>
                          </a:solidFill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التـــاريـــخ</a:t>
                      </a:r>
                    </a:p>
                  </p:txBody>
                </p:sp>
              </p:grpSp>
            </p:grpSp>
            <p:grpSp>
              <p:nvGrpSpPr>
                <p:cNvPr id="41" name="مجموعة 40">
                  <a:extLst>
                    <a:ext uri="{FF2B5EF4-FFF2-40B4-BE49-F238E27FC236}">
                      <a16:creationId xmlns:a16="http://schemas.microsoft.com/office/drawing/2014/main" id="{C9F0BA59-5B0C-A2FC-BC8D-4A3B029AC60B}"/>
                    </a:ext>
                  </a:extLst>
                </p:cNvPr>
                <p:cNvGrpSpPr/>
                <p:nvPr/>
              </p:nvGrpSpPr>
              <p:grpSpPr>
                <a:xfrm>
                  <a:off x="4660900" y="15614650"/>
                  <a:ext cx="5728989" cy="1042954"/>
                  <a:chOff x="4660900" y="15614650"/>
                  <a:chExt cx="5728989" cy="1042954"/>
                </a:xfrm>
              </p:grpSpPr>
              <p:grpSp>
                <p:nvGrpSpPr>
                  <p:cNvPr id="37" name="مجموعة 36">
                    <a:extLst>
                      <a:ext uri="{FF2B5EF4-FFF2-40B4-BE49-F238E27FC236}">
                        <a16:creationId xmlns:a16="http://schemas.microsoft.com/office/drawing/2014/main" id="{E29C0D65-DDAA-1D6E-A43C-4CE340FE4E0A}"/>
                      </a:ext>
                    </a:extLst>
                  </p:cNvPr>
                  <p:cNvGrpSpPr/>
                  <p:nvPr/>
                </p:nvGrpSpPr>
                <p:grpSpPr>
                  <a:xfrm>
                    <a:off x="7456789" y="15614650"/>
                    <a:ext cx="2933100" cy="1042954"/>
                    <a:chOff x="7456789" y="15973564"/>
                    <a:chExt cx="2933100" cy="1042954"/>
                  </a:xfrm>
                </p:grpSpPr>
                <p:pic>
                  <p:nvPicPr>
                    <p:cNvPr id="26" name="object 11">
                      <a:extLst>
                        <a:ext uri="{FF2B5EF4-FFF2-40B4-BE49-F238E27FC236}">
                          <a16:creationId xmlns:a16="http://schemas.microsoft.com/office/drawing/2014/main" id="{A0CEB371-B1D9-0FE6-A88D-D1B761157D68}"/>
                        </a:ext>
                      </a:extLst>
                    </p:cNvPr>
                    <p:cNvPicPr/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9760271" y="16012698"/>
                      <a:ext cx="629618" cy="62961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27" name="مربع نص 26">
                      <a:extLst>
                        <a:ext uri="{FF2B5EF4-FFF2-40B4-BE49-F238E27FC236}">
                          <a16:creationId xmlns:a16="http://schemas.microsoft.com/office/drawing/2014/main" id="{24903FF6-CF72-34DB-7ECD-95064EE039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56789" y="15973564"/>
                      <a:ext cx="2160000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1">
                      <a:spAutoFit/>
                    </a:bodyPr>
                    <a:lstStyle/>
                    <a:p>
                      <a:pPr algn="r" rtl="1"/>
                      <a:r>
                        <a:rPr lang="ar-SA" sz="2000" dirty="0">
                          <a:solidFill>
                            <a:srgbClr val="39756D"/>
                          </a:solidFill>
                          <a:latin typeface="Neo Sans Arabic" panose="020B0504030504040204" pitchFamily="34" charset="-78"/>
                          <a:cs typeface="Neo Sans Arabic" panose="020B0504030504040204" pitchFamily="34" charset="-78"/>
                        </a:rPr>
                        <a:t>عن بُعد عبر</a:t>
                      </a:r>
                    </a:p>
                    <a:p>
                      <a:pPr algn="r" rtl="1"/>
                      <a:r>
                        <a:rPr lang="en-US" sz="2000" dirty="0">
                          <a:solidFill>
                            <a:schemeClr val="tx1"/>
                          </a:solidFill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Microsoft Teams</a:t>
                      </a:r>
                      <a:endParaRPr lang="ar-SA" sz="2000" dirty="0">
                        <a:solidFill>
                          <a:schemeClr val="tx1"/>
                        </a:solidFill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endParaRPr>
                    </a:p>
                  </p:txBody>
                </p:sp>
                <p:pic>
                  <p:nvPicPr>
                    <p:cNvPr id="28" name="object 14">
                      <a:extLst>
                        <a:ext uri="{FF2B5EF4-FFF2-40B4-BE49-F238E27FC236}">
                          <a16:creationId xmlns:a16="http://schemas.microsoft.com/office/drawing/2014/main" id="{EE35866C-BEB1-7D78-AC44-A25FBA4E9399}"/>
                        </a:ext>
                      </a:extLst>
                    </p:cNvPr>
                    <p:cNvPicPr/>
                    <p:nvPr/>
                  </p:nvPicPr>
                  <p:blipFill>
                    <a:blip r:embed="rId6" cstate="print"/>
                    <a:stretch>
                      <a:fillRect/>
                    </a:stretch>
                  </p:blipFill>
                  <p:spPr>
                    <a:xfrm>
                      <a:off x="9128299" y="16681450"/>
                      <a:ext cx="366480" cy="335068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38" name="مجموعة 37">
                    <a:extLst>
                      <a:ext uri="{FF2B5EF4-FFF2-40B4-BE49-F238E27FC236}">
                        <a16:creationId xmlns:a16="http://schemas.microsoft.com/office/drawing/2014/main" id="{2925CDC3-89E9-815B-CC27-1D53A7A58CCB}"/>
                      </a:ext>
                    </a:extLst>
                  </p:cNvPr>
                  <p:cNvGrpSpPr/>
                  <p:nvPr/>
                </p:nvGrpSpPr>
                <p:grpSpPr>
                  <a:xfrm>
                    <a:off x="4660900" y="15614650"/>
                    <a:ext cx="2581725" cy="707886"/>
                    <a:chOff x="4886985" y="15934430"/>
                    <a:chExt cx="2581725" cy="707886"/>
                  </a:xfrm>
                </p:grpSpPr>
                <p:pic>
                  <p:nvPicPr>
                    <p:cNvPr id="24" name="object 17">
                      <a:extLst>
                        <a:ext uri="{FF2B5EF4-FFF2-40B4-BE49-F238E27FC236}">
                          <a16:creationId xmlns:a16="http://schemas.microsoft.com/office/drawing/2014/main" id="{DED1895B-3F4E-975E-8F85-CDF0C3B4508D}"/>
                        </a:ext>
                      </a:extLst>
                    </p:cNvPr>
                    <p:cNvPicPr/>
                    <p:nvPr/>
                  </p:nvPicPr>
                  <p:blipFill>
                    <a:blip r:embed="rId7" cstate="print"/>
                    <a:stretch>
                      <a:fillRect/>
                    </a:stretch>
                  </p:blipFill>
                  <p:spPr>
                    <a:xfrm>
                      <a:off x="6830467" y="15969252"/>
                      <a:ext cx="638243" cy="638243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25" name="مربع نص 24">
                      <a:extLst>
                        <a:ext uri="{FF2B5EF4-FFF2-40B4-BE49-F238E27FC236}">
                          <a16:creationId xmlns:a16="http://schemas.microsoft.com/office/drawing/2014/main" id="{3DF6DFB1-EA0D-A871-1DEC-59E5887034F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86985" y="15934430"/>
                      <a:ext cx="1800000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1">
                      <a:spAutoFit/>
                    </a:bodyPr>
                    <a:lstStyle/>
                    <a:p>
                      <a:pPr algn="r" rtl="1"/>
                      <a:r>
                        <a:rPr lang="ar-SA" sz="2000" dirty="0">
                          <a:solidFill>
                            <a:srgbClr val="39756D"/>
                          </a:solidFill>
                          <a:latin typeface="Neo Sans Arabic" panose="020B0504030504040204" pitchFamily="34" charset="-78"/>
                          <a:cs typeface="Neo Sans Arabic" panose="020B0504030504040204" pitchFamily="34" charset="-78"/>
                        </a:rPr>
                        <a:t>يوجد</a:t>
                      </a:r>
                      <a:endParaRPr lang="ar-SA" sz="2400" dirty="0">
                        <a:solidFill>
                          <a:srgbClr val="39756D"/>
                        </a:solidFill>
                        <a:latin typeface="Neo Sans Arabic" panose="020B0504030504040204" pitchFamily="34" charset="-78"/>
                        <a:cs typeface="Neo Sans Arabic" panose="020B0504030504040204" pitchFamily="34" charset="-78"/>
                      </a:endParaRPr>
                    </a:p>
                    <a:p>
                      <a:pPr algn="r" rtl="1"/>
                      <a:r>
                        <a:rPr lang="ar-SA" sz="2000" dirty="0">
                          <a:solidFill>
                            <a:schemeClr val="tx1"/>
                          </a:solidFill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شهادات حضور</a:t>
                      </a:r>
                    </a:p>
                  </p:txBody>
                </p:sp>
              </p:grpSp>
            </p:grpSp>
          </p:grpSp>
        </p:grpSp>
      </p:grpSp>
    </p:spTree>
    <p:extLst>
      <p:ext uri="{BB962C8B-B14F-4D97-AF65-F5344CB8AC3E}">
        <p14:creationId xmlns:p14="http://schemas.microsoft.com/office/powerpoint/2010/main" val="1474245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D1979-0D7A-B5EA-EE57-E6E5731C9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>
            <a:extLst>
              <a:ext uri="{FF2B5EF4-FFF2-40B4-BE49-F238E27FC236}">
                <a16:creationId xmlns:a16="http://schemas.microsoft.com/office/drawing/2014/main" id="{508125E7-F71B-43FB-0683-01EE6828696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898" y="18051806"/>
            <a:ext cx="1193680" cy="1204151"/>
          </a:xfrm>
          <a:prstGeom prst="rect">
            <a:avLst/>
          </a:prstGeom>
        </p:spPr>
      </p:pic>
      <p:sp>
        <p:nvSpPr>
          <p:cNvPr id="22" name="object 3">
            <a:extLst>
              <a:ext uri="{FF2B5EF4-FFF2-40B4-BE49-F238E27FC236}">
                <a16:creationId xmlns:a16="http://schemas.microsoft.com/office/drawing/2014/main" id="{240397F1-4353-8E48-D21B-E7DCBABB969A}"/>
              </a:ext>
            </a:extLst>
          </p:cNvPr>
          <p:cNvSpPr txBox="1">
            <a:spLocks/>
          </p:cNvSpPr>
          <p:nvPr/>
        </p:nvSpPr>
        <p:spPr>
          <a:xfrm>
            <a:off x="4342448" y="6681400"/>
            <a:ext cx="2618104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 algn="ctr" rtl="1">
              <a:spcBef>
                <a:spcPts val="95"/>
              </a:spcBef>
            </a:pPr>
            <a:r>
              <a:rPr lang="ar-SA" sz="6600" spc="-10" dirty="0">
                <a:solidFill>
                  <a:schemeClr val="bg1"/>
                </a:solidFill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دعـــوة</a:t>
            </a:r>
            <a:endParaRPr lang="ar-SA" sz="6000" spc="-10" dirty="0">
              <a:solidFill>
                <a:schemeClr val="bg1"/>
              </a:solidFill>
              <a:latin typeface="Neo Sans Arabic Medium" panose="020B0704030504040204" pitchFamily="34" charset="-78"/>
              <a:cs typeface="Neo Sans Arabic Medium" panose="020B0704030504040204" pitchFamily="34" charset="-78"/>
            </a:endParaRPr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BDC4392F-59F7-E1DB-7FE9-EED0F1FFC08E}"/>
              </a:ext>
            </a:extLst>
          </p:cNvPr>
          <p:cNvSpPr txBox="1"/>
          <p:nvPr/>
        </p:nvSpPr>
        <p:spPr>
          <a:xfrm>
            <a:off x="0" y="9037399"/>
            <a:ext cx="11303000" cy="406265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endParaRPr lang="ar-SA" sz="2400" dirty="0">
              <a:latin typeface="Neo Sans Arabic Black" panose="020B0904030504040204" pitchFamily="34" charset="-78"/>
              <a:cs typeface="Neo Sans Arabic Black" panose="020B0904030504040204" pitchFamily="34" charset="-78"/>
            </a:endParaRPr>
          </a:p>
          <a:p>
            <a:pPr algn="ctr" rtl="1"/>
            <a:r>
              <a:rPr lang="ar-SA" sz="4000" dirty="0"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تـدعوكم جـامعة الأمير سطام بن عبدالعزيـز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3600" dirty="0"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ممثلة بـ "النص هنا (اسم الجهة)"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3200" dirty="0">
                <a:latin typeface="Neo Sans Arabic" panose="020B0504030504040204" pitchFamily="34" charset="-78"/>
                <a:cs typeface="Neo Sans Arabic" panose="020B0504030504040204" pitchFamily="34" charset="-78"/>
              </a:rPr>
              <a:t>لحضور "النص هنا (نوع الفعالية : دورة، محاضرة، ورشة عمل، ........)"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5400" dirty="0">
                <a:solidFill>
                  <a:srgbClr val="39756D"/>
                </a:solidFill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"النص هنا (عنوان الفعالية)"</a:t>
            </a:r>
          </a:p>
        </p:txBody>
      </p:sp>
      <p:grpSp>
        <p:nvGrpSpPr>
          <p:cNvPr id="19" name="مجموعة 18">
            <a:extLst>
              <a:ext uri="{FF2B5EF4-FFF2-40B4-BE49-F238E27FC236}">
                <a16:creationId xmlns:a16="http://schemas.microsoft.com/office/drawing/2014/main" id="{08EE2048-D220-4978-7361-0F7745A960A6}"/>
              </a:ext>
            </a:extLst>
          </p:cNvPr>
          <p:cNvGrpSpPr/>
          <p:nvPr/>
        </p:nvGrpSpPr>
        <p:grpSpPr>
          <a:xfrm>
            <a:off x="573088" y="13938550"/>
            <a:ext cx="10362612" cy="3303138"/>
            <a:chOff x="573088" y="13938550"/>
            <a:chExt cx="10362612" cy="3303138"/>
          </a:xfrm>
        </p:grpSpPr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5908B15D-2F68-9897-891E-4779CD6A1E67}"/>
                </a:ext>
              </a:extLst>
            </p:cNvPr>
            <p:cNvSpPr/>
            <p:nvPr/>
          </p:nvSpPr>
          <p:spPr>
            <a:xfrm>
              <a:off x="573088" y="14256619"/>
              <a:ext cx="10156825" cy="2667000"/>
            </a:xfrm>
            <a:custGeom>
              <a:avLst/>
              <a:gdLst/>
              <a:ahLst/>
              <a:cxnLst/>
              <a:rect l="l" t="t" r="r" b="b"/>
              <a:pathLst>
                <a:path w="10156825" h="3371850">
                  <a:moveTo>
                    <a:pt x="9563132" y="0"/>
                  </a:moveTo>
                  <a:lnTo>
                    <a:pt x="296807" y="0"/>
                  </a:lnTo>
                  <a:lnTo>
                    <a:pt x="248664" y="3884"/>
                  </a:lnTo>
                  <a:lnTo>
                    <a:pt x="202993" y="15131"/>
                  </a:lnTo>
                  <a:lnTo>
                    <a:pt x="160407" y="33129"/>
                  </a:lnTo>
                  <a:lnTo>
                    <a:pt x="121517" y="57266"/>
                  </a:lnTo>
                  <a:lnTo>
                    <a:pt x="86933" y="86933"/>
                  </a:lnTo>
                  <a:lnTo>
                    <a:pt x="57266" y="121517"/>
                  </a:lnTo>
                  <a:lnTo>
                    <a:pt x="33129" y="160407"/>
                  </a:lnTo>
                  <a:lnTo>
                    <a:pt x="15131" y="202993"/>
                  </a:lnTo>
                  <a:lnTo>
                    <a:pt x="3884" y="248664"/>
                  </a:lnTo>
                  <a:lnTo>
                    <a:pt x="0" y="296807"/>
                  </a:lnTo>
                  <a:lnTo>
                    <a:pt x="0" y="2777999"/>
                  </a:lnTo>
                  <a:lnTo>
                    <a:pt x="1967" y="2826686"/>
                  </a:lnTo>
                  <a:lnTo>
                    <a:pt x="7769" y="2874289"/>
                  </a:lnTo>
                  <a:lnTo>
                    <a:pt x="17252" y="2920655"/>
                  </a:lnTo>
                  <a:lnTo>
                    <a:pt x="30263" y="2965632"/>
                  </a:lnTo>
                  <a:lnTo>
                    <a:pt x="46649" y="3009066"/>
                  </a:lnTo>
                  <a:lnTo>
                    <a:pt x="66258" y="3050805"/>
                  </a:lnTo>
                  <a:lnTo>
                    <a:pt x="88937" y="3090697"/>
                  </a:lnTo>
                  <a:lnTo>
                    <a:pt x="114533" y="3128588"/>
                  </a:lnTo>
                  <a:lnTo>
                    <a:pt x="142894" y="3164325"/>
                  </a:lnTo>
                  <a:lnTo>
                    <a:pt x="173866" y="3197757"/>
                  </a:lnTo>
                  <a:lnTo>
                    <a:pt x="207297" y="3228729"/>
                  </a:lnTo>
                  <a:lnTo>
                    <a:pt x="243034" y="3257090"/>
                  </a:lnTo>
                  <a:lnTo>
                    <a:pt x="280924" y="3282687"/>
                  </a:lnTo>
                  <a:lnTo>
                    <a:pt x="320815" y="3305366"/>
                  </a:lnTo>
                  <a:lnTo>
                    <a:pt x="362554" y="3324975"/>
                  </a:lnTo>
                  <a:lnTo>
                    <a:pt x="405987" y="3341361"/>
                  </a:lnTo>
                  <a:lnTo>
                    <a:pt x="450963" y="3354372"/>
                  </a:lnTo>
                  <a:lnTo>
                    <a:pt x="497328" y="3363855"/>
                  </a:lnTo>
                  <a:lnTo>
                    <a:pt x="544929" y="3369657"/>
                  </a:lnTo>
                  <a:lnTo>
                    <a:pt x="593615" y="3371625"/>
                  </a:lnTo>
                  <a:lnTo>
                    <a:pt x="9859940" y="3371625"/>
                  </a:lnTo>
                  <a:lnTo>
                    <a:pt x="9908084" y="3367740"/>
                  </a:lnTo>
                  <a:lnTo>
                    <a:pt x="9953754" y="3356493"/>
                  </a:lnTo>
                  <a:lnTo>
                    <a:pt x="9996340" y="3338495"/>
                  </a:lnTo>
                  <a:lnTo>
                    <a:pt x="10035231" y="3314358"/>
                  </a:lnTo>
                  <a:lnTo>
                    <a:pt x="10069815" y="3284691"/>
                  </a:lnTo>
                  <a:lnTo>
                    <a:pt x="10099481" y="3250107"/>
                  </a:lnTo>
                  <a:lnTo>
                    <a:pt x="10123619" y="3211217"/>
                  </a:lnTo>
                  <a:lnTo>
                    <a:pt x="10141616" y="3168631"/>
                  </a:lnTo>
                  <a:lnTo>
                    <a:pt x="10152863" y="3122960"/>
                  </a:lnTo>
                  <a:lnTo>
                    <a:pt x="10156748" y="3074817"/>
                  </a:lnTo>
                  <a:lnTo>
                    <a:pt x="10156748" y="593625"/>
                  </a:lnTo>
                  <a:lnTo>
                    <a:pt x="10154780" y="544938"/>
                  </a:lnTo>
                  <a:lnTo>
                    <a:pt x="10148978" y="497335"/>
                  </a:lnTo>
                  <a:lnTo>
                    <a:pt x="10139496" y="450969"/>
                  </a:lnTo>
                  <a:lnTo>
                    <a:pt x="10126485" y="405992"/>
                  </a:lnTo>
                  <a:lnTo>
                    <a:pt x="10110098" y="362558"/>
                  </a:lnTo>
                  <a:lnTo>
                    <a:pt x="10090489" y="320819"/>
                  </a:lnTo>
                  <a:lnTo>
                    <a:pt x="10067810" y="280927"/>
                  </a:lnTo>
                  <a:lnTo>
                    <a:pt x="10042214" y="243036"/>
                  </a:lnTo>
                  <a:lnTo>
                    <a:pt x="10013854" y="207299"/>
                  </a:lnTo>
                  <a:lnTo>
                    <a:pt x="9982881" y="173867"/>
                  </a:lnTo>
                  <a:lnTo>
                    <a:pt x="9949450" y="142895"/>
                  </a:lnTo>
                  <a:lnTo>
                    <a:pt x="9913713" y="114534"/>
                  </a:lnTo>
                  <a:lnTo>
                    <a:pt x="9875823" y="88938"/>
                  </a:lnTo>
                  <a:lnTo>
                    <a:pt x="9835932" y="66258"/>
                  </a:lnTo>
                  <a:lnTo>
                    <a:pt x="9794194" y="46649"/>
                  </a:lnTo>
                  <a:lnTo>
                    <a:pt x="9750760" y="30263"/>
                  </a:lnTo>
                  <a:lnTo>
                    <a:pt x="9705785" y="17252"/>
                  </a:lnTo>
                  <a:lnTo>
                    <a:pt x="9659420" y="7769"/>
                  </a:lnTo>
                  <a:lnTo>
                    <a:pt x="9611818" y="1967"/>
                  </a:lnTo>
                  <a:lnTo>
                    <a:pt x="9563132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7" name="مجموعة 16">
              <a:extLst>
                <a:ext uri="{FF2B5EF4-FFF2-40B4-BE49-F238E27FC236}">
                  <a16:creationId xmlns:a16="http://schemas.microsoft.com/office/drawing/2014/main" id="{22A2D537-12EE-7EA5-7740-4E1FEE1BA9F2}"/>
                </a:ext>
              </a:extLst>
            </p:cNvPr>
            <p:cNvGrpSpPr/>
            <p:nvPr/>
          </p:nvGrpSpPr>
          <p:grpSpPr>
            <a:xfrm>
              <a:off x="1078499" y="13938550"/>
              <a:ext cx="9857201" cy="3303138"/>
              <a:chOff x="1078499" y="13938550"/>
              <a:chExt cx="9857201" cy="3303138"/>
            </a:xfrm>
          </p:grpSpPr>
          <p:grpSp>
            <p:nvGrpSpPr>
              <p:cNvPr id="4" name="object 4">
                <a:extLst>
                  <a:ext uri="{FF2B5EF4-FFF2-40B4-BE49-F238E27FC236}">
                    <a16:creationId xmlns:a16="http://schemas.microsoft.com/office/drawing/2014/main" id="{2384B6A2-D10B-6DD8-F4F9-B0F755C623E8}"/>
                  </a:ext>
                </a:extLst>
              </p:cNvPr>
              <p:cNvGrpSpPr/>
              <p:nvPr/>
            </p:nvGrpSpPr>
            <p:grpSpPr>
              <a:xfrm>
                <a:off x="1078499" y="13938550"/>
                <a:ext cx="3044428" cy="3303138"/>
                <a:chOff x="1334679" y="13735434"/>
                <a:chExt cx="3321050" cy="3808095"/>
              </a:xfrm>
            </p:grpSpPr>
            <p:sp>
              <p:nvSpPr>
                <p:cNvPr id="5" name="object 5">
                  <a:extLst>
                    <a:ext uri="{FF2B5EF4-FFF2-40B4-BE49-F238E27FC236}">
                      <a16:creationId xmlns:a16="http://schemas.microsoft.com/office/drawing/2014/main" id="{0E0F19EB-DB8C-24FF-76A1-AB82C607281D}"/>
                    </a:ext>
                  </a:extLst>
                </p:cNvPr>
                <p:cNvSpPr/>
                <p:nvPr/>
              </p:nvSpPr>
              <p:spPr>
                <a:xfrm>
                  <a:off x="1384844" y="13785599"/>
                  <a:ext cx="3220720" cy="3707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0720" h="3707765">
                      <a:moveTo>
                        <a:pt x="2916675" y="0"/>
                      </a:moveTo>
                      <a:lnTo>
                        <a:pt x="52354" y="0"/>
                      </a:lnTo>
                      <a:lnTo>
                        <a:pt x="31977" y="4114"/>
                      </a:lnTo>
                      <a:lnTo>
                        <a:pt x="15335" y="15335"/>
                      </a:lnTo>
                      <a:lnTo>
                        <a:pt x="4114" y="31977"/>
                      </a:lnTo>
                      <a:lnTo>
                        <a:pt x="0" y="52354"/>
                      </a:lnTo>
                      <a:lnTo>
                        <a:pt x="0" y="3404022"/>
                      </a:lnTo>
                      <a:lnTo>
                        <a:pt x="3974" y="3453275"/>
                      </a:lnTo>
                      <a:lnTo>
                        <a:pt x="15480" y="3499999"/>
                      </a:lnTo>
                      <a:lnTo>
                        <a:pt x="33894" y="3543568"/>
                      </a:lnTo>
                      <a:lnTo>
                        <a:pt x="58588" y="3583355"/>
                      </a:lnTo>
                      <a:lnTo>
                        <a:pt x="88939" y="3618737"/>
                      </a:lnTo>
                      <a:lnTo>
                        <a:pt x="124321" y="3649088"/>
                      </a:lnTo>
                      <a:lnTo>
                        <a:pt x="164109" y="3673783"/>
                      </a:lnTo>
                      <a:lnTo>
                        <a:pt x="207678" y="3692196"/>
                      </a:lnTo>
                      <a:lnTo>
                        <a:pt x="254401" y="3703703"/>
                      </a:lnTo>
                      <a:lnTo>
                        <a:pt x="303655" y="3707677"/>
                      </a:lnTo>
                      <a:lnTo>
                        <a:pt x="2916675" y="3707677"/>
                      </a:lnTo>
                      <a:lnTo>
                        <a:pt x="2965929" y="3703703"/>
                      </a:lnTo>
                      <a:lnTo>
                        <a:pt x="3012653" y="3692196"/>
                      </a:lnTo>
                      <a:lnTo>
                        <a:pt x="3056221" y="3673783"/>
                      </a:lnTo>
                      <a:lnTo>
                        <a:pt x="3096009" y="3649088"/>
                      </a:lnTo>
                      <a:lnTo>
                        <a:pt x="3131391" y="3618737"/>
                      </a:lnTo>
                      <a:lnTo>
                        <a:pt x="3161742" y="3583355"/>
                      </a:lnTo>
                      <a:lnTo>
                        <a:pt x="3186437" y="3543568"/>
                      </a:lnTo>
                      <a:lnTo>
                        <a:pt x="3204850" y="3499999"/>
                      </a:lnTo>
                      <a:lnTo>
                        <a:pt x="3216356" y="3453275"/>
                      </a:lnTo>
                      <a:lnTo>
                        <a:pt x="3220331" y="3404022"/>
                      </a:lnTo>
                      <a:lnTo>
                        <a:pt x="3220331" y="303655"/>
                      </a:lnTo>
                      <a:lnTo>
                        <a:pt x="3216356" y="254401"/>
                      </a:lnTo>
                      <a:lnTo>
                        <a:pt x="3204850" y="207678"/>
                      </a:lnTo>
                      <a:lnTo>
                        <a:pt x="3186437" y="164109"/>
                      </a:lnTo>
                      <a:lnTo>
                        <a:pt x="3161742" y="124321"/>
                      </a:lnTo>
                      <a:lnTo>
                        <a:pt x="3131391" y="88939"/>
                      </a:lnTo>
                      <a:lnTo>
                        <a:pt x="3096009" y="58588"/>
                      </a:lnTo>
                      <a:lnTo>
                        <a:pt x="3056221" y="33894"/>
                      </a:lnTo>
                      <a:lnTo>
                        <a:pt x="3012653" y="15480"/>
                      </a:lnTo>
                      <a:lnTo>
                        <a:pt x="2965929" y="3974"/>
                      </a:lnTo>
                      <a:lnTo>
                        <a:pt x="2916675" y="0"/>
                      </a:lnTo>
                      <a:close/>
                    </a:path>
                  </a:pathLst>
                </a:custGeom>
                <a:solidFill>
                  <a:srgbClr val="D3E9E7">
                    <a:alpha val="83000"/>
                  </a:srgbClr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6" name="object 6">
                  <a:extLst>
                    <a:ext uri="{FF2B5EF4-FFF2-40B4-BE49-F238E27FC236}">
                      <a16:creationId xmlns:a16="http://schemas.microsoft.com/office/drawing/2014/main" id="{A51F3D19-C20D-402D-20B3-241DD9128B7E}"/>
                    </a:ext>
                  </a:extLst>
                </p:cNvPr>
                <p:cNvSpPr/>
                <p:nvPr/>
              </p:nvSpPr>
              <p:spPr>
                <a:xfrm>
                  <a:off x="1384844" y="13785599"/>
                  <a:ext cx="3220720" cy="3707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0720" h="3707765">
                      <a:moveTo>
                        <a:pt x="2916675" y="0"/>
                      </a:moveTo>
                      <a:lnTo>
                        <a:pt x="52354" y="0"/>
                      </a:lnTo>
                      <a:lnTo>
                        <a:pt x="31977" y="4114"/>
                      </a:lnTo>
                      <a:lnTo>
                        <a:pt x="15335" y="15335"/>
                      </a:lnTo>
                      <a:lnTo>
                        <a:pt x="4114" y="31977"/>
                      </a:lnTo>
                      <a:lnTo>
                        <a:pt x="0" y="52354"/>
                      </a:lnTo>
                      <a:lnTo>
                        <a:pt x="0" y="3404022"/>
                      </a:lnTo>
                      <a:lnTo>
                        <a:pt x="3974" y="3453275"/>
                      </a:lnTo>
                      <a:lnTo>
                        <a:pt x="15480" y="3499999"/>
                      </a:lnTo>
                      <a:lnTo>
                        <a:pt x="33894" y="3543568"/>
                      </a:lnTo>
                      <a:lnTo>
                        <a:pt x="58588" y="3583355"/>
                      </a:lnTo>
                      <a:lnTo>
                        <a:pt x="88939" y="3618737"/>
                      </a:lnTo>
                      <a:lnTo>
                        <a:pt x="124321" y="3649088"/>
                      </a:lnTo>
                      <a:lnTo>
                        <a:pt x="164109" y="3673783"/>
                      </a:lnTo>
                      <a:lnTo>
                        <a:pt x="207678" y="3692196"/>
                      </a:lnTo>
                      <a:lnTo>
                        <a:pt x="254401" y="3703703"/>
                      </a:lnTo>
                      <a:lnTo>
                        <a:pt x="303655" y="3707677"/>
                      </a:lnTo>
                      <a:lnTo>
                        <a:pt x="2916675" y="3707677"/>
                      </a:lnTo>
                      <a:lnTo>
                        <a:pt x="2965929" y="3703703"/>
                      </a:lnTo>
                      <a:lnTo>
                        <a:pt x="3012653" y="3692196"/>
                      </a:lnTo>
                      <a:lnTo>
                        <a:pt x="3056221" y="3673783"/>
                      </a:lnTo>
                      <a:lnTo>
                        <a:pt x="3096009" y="3649088"/>
                      </a:lnTo>
                      <a:lnTo>
                        <a:pt x="3131391" y="3618737"/>
                      </a:lnTo>
                      <a:lnTo>
                        <a:pt x="3161742" y="3583355"/>
                      </a:lnTo>
                      <a:lnTo>
                        <a:pt x="3186437" y="3543568"/>
                      </a:lnTo>
                      <a:lnTo>
                        <a:pt x="3204850" y="3499999"/>
                      </a:lnTo>
                      <a:lnTo>
                        <a:pt x="3216356" y="3453275"/>
                      </a:lnTo>
                      <a:lnTo>
                        <a:pt x="3220331" y="3404022"/>
                      </a:lnTo>
                      <a:lnTo>
                        <a:pt x="3220331" y="303655"/>
                      </a:lnTo>
                      <a:lnTo>
                        <a:pt x="3216356" y="254401"/>
                      </a:lnTo>
                      <a:lnTo>
                        <a:pt x="3204850" y="207678"/>
                      </a:lnTo>
                      <a:lnTo>
                        <a:pt x="3186437" y="164109"/>
                      </a:lnTo>
                      <a:lnTo>
                        <a:pt x="3161742" y="124321"/>
                      </a:lnTo>
                      <a:lnTo>
                        <a:pt x="3131391" y="88939"/>
                      </a:lnTo>
                      <a:lnTo>
                        <a:pt x="3096009" y="58588"/>
                      </a:lnTo>
                      <a:lnTo>
                        <a:pt x="3056221" y="33894"/>
                      </a:lnTo>
                      <a:lnTo>
                        <a:pt x="3012653" y="15480"/>
                      </a:lnTo>
                      <a:lnTo>
                        <a:pt x="2965929" y="3974"/>
                      </a:lnTo>
                      <a:lnTo>
                        <a:pt x="2916675" y="0"/>
                      </a:lnTo>
                      <a:close/>
                    </a:path>
                  </a:pathLst>
                </a:custGeom>
                <a:ln w="100101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16" name="مجموعة 15">
                <a:extLst>
                  <a:ext uri="{FF2B5EF4-FFF2-40B4-BE49-F238E27FC236}">
                    <a16:creationId xmlns:a16="http://schemas.microsoft.com/office/drawing/2014/main" id="{390D9450-E3BB-AAE0-C840-A995D2FC3902}"/>
                  </a:ext>
                </a:extLst>
              </p:cNvPr>
              <p:cNvGrpSpPr/>
              <p:nvPr/>
            </p:nvGrpSpPr>
            <p:grpSpPr>
              <a:xfrm>
                <a:off x="4203700" y="14783862"/>
                <a:ext cx="6732000" cy="1802751"/>
                <a:chOff x="4203700" y="14783862"/>
                <a:chExt cx="6732000" cy="1802751"/>
              </a:xfrm>
            </p:grpSpPr>
            <p:grpSp>
              <p:nvGrpSpPr>
                <p:cNvPr id="2" name="مجموعة 1">
                  <a:extLst>
                    <a:ext uri="{FF2B5EF4-FFF2-40B4-BE49-F238E27FC236}">
                      <a16:creationId xmlns:a16="http://schemas.microsoft.com/office/drawing/2014/main" id="{61BF10BA-732E-601C-1A24-AD3C8366D4EB}"/>
                    </a:ext>
                  </a:extLst>
                </p:cNvPr>
                <p:cNvGrpSpPr/>
                <p:nvPr/>
              </p:nvGrpSpPr>
              <p:grpSpPr>
                <a:xfrm>
                  <a:off x="6489700" y="14783862"/>
                  <a:ext cx="2160000" cy="1476809"/>
                  <a:chOff x="8812021" y="8404631"/>
                  <a:chExt cx="2160000" cy="1476809"/>
                </a:xfrm>
              </p:grpSpPr>
              <p:pic>
                <p:nvPicPr>
                  <p:cNvPr id="3" name="object 7">
                    <a:extLst>
                      <a:ext uri="{FF2B5EF4-FFF2-40B4-BE49-F238E27FC236}">
                        <a16:creationId xmlns:a16="http://schemas.microsoft.com/office/drawing/2014/main" id="{C03F0F36-E0DE-E76C-635A-1373FE44A2B0}"/>
                      </a:ext>
                    </a:extLst>
                  </p:cNvPr>
                  <p:cNvPicPr/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9585837" y="8404631"/>
                    <a:ext cx="612368" cy="612368"/>
                  </a:xfrm>
                  <a:prstGeom prst="rect">
                    <a:avLst/>
                  </a:prstGeom>
                </p:spPr>
              </p:pic>
              <p:sp>
                <p:nvSpPr>
                  <p:cNvPr id="7" name="مربع نص 6">
                    <a:extLst>
                      <a:ext uri="{FF2B5EF4-FFF2-40B4-BE49-F238E27FC236}">
                        <a16:creationId xmlns:a16="http://schemas.microsoft.com/office/drawing/2014/main" id="{699C5DC8-69D0-9359-D474-31F7BC4C173F}"/>
                      </a:ext>
                    </a:extLst>
                  </p:cNvPr>
                  <p:cNvSpPr txBox="1"/>
                  <p:nvPr/>
                </p:nvSpPr>
                <p:spPr>
                  <a:xfrm>
                    <a:off x="8812021" y="9173554"/>
                    <a:ext cx="2160000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 algn="ctr" rtl="1"/>
                    <a:r>
                      <a:rPr lang="ar-SA" sz="2000" dirty="0">
                        <a:solidFill>
                          <a:srgbClr val="39756D"/>
                        </a:solidFill>
                        <a:latin typeface="Neo Sans Arabic" panose="020B0504030504040204" pitchFamily="34" charset="-78"/>
                        <a:cs typeface="Neo Sans Arabic" panose="020B0504030504040204" pitchFamily="34" charset="-78"/>
                      </a:rPr>
                      <a:t>الساعة</a:t>
                    </a:r>
                  </a:p>
                  <a:p>
                    <a:pPr algn="ctr" rtl="1"/>
                    <a:r>
                      <a:rPr lang="ar-SA" sz="2000" dirty="0">
                        <a:solidFill>
                          <a:schemeClr val="tx1"/>
                        </a:solidFill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rPr>
                      <a:t>التـــوقيــت</a:t>
                    </a:r>
                  </a:p>
                </p:txBody>
              </p:sp>
            </p:grpSp>
            <p:grpSp>
              <p:nvGrpSpPr>
                <p:cNvPr id="8" name="مجموعة 7">
                  <a:extLst>
                    <a:ext uri="{FF2B5EF4-FFF2-40B4-BE49-F238E27FC236}">
                      <a16:creationId xmlns:a16="http://schemas.microsoft.com/office/drawing/2014/main" id="{45E16239-D121-4B0F-0EB7-3728F49D93EB}"/>
                    </a:ext>
                  </a:extLst>
                </p:cNvPr>
                <p:cNvGrpSpPr/>
                <p:nvPr/>
              </p:nvGrpSpPr>
              <p:grpSpPr>
                <a:xfrm>
                  <a:off x="8775700" y="14783862"/>
                  <a:ext cx="2160000" cy="1476809"/>
                  <a:chOff x="10180346" y="8404631"/>
                  <a:chExt cx="2160000" cy="1476809"/>
                </a:xfrm>
              </p:grpSpPr>
              <p:pic>
                <p:nvPicPr>
                  <p:cNvPr id="9" name="object 8">
                    <a:extLst>
                      <a:ext uri="{FF2B5EF4-FFF2-40B4-BE49-F238E27FC236}">
                        <a16:creationId xmlns:a16="http://schemas.microsoft.com/office/drawing/2014/main" id="{77D371C7-3DE3-ED24-D368-2EDA2DCDCFB0}"/>
                      </a:ext>
                    </a:extLst>
                  </p:cNvPr>
                  <p:cNvPicPr/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10954162" y="8404631"/>
                    <a:ext cx="612368" cy="612368"/>
                  </a:xfrm>
                  <a:prstGeom prst="rect">
                    <a:avLst/>
                  </a:prstGeom>
                </p:spPr>
              </p:pic>
              <p:sp>
                <p:nvSpPr>
                  <p:cNvPr id="11" name="مربع نص 10">
                    <a:extLst>
                      <a:ext uri="{FF2B5EF4-FFF2-40B4-BE49-F238E27FC236}">
                        <a16:creationId xmlns:a16="http://schemas.microsoft.com/office/drawing/2014/main" id="{7C5AB1FB-2F5C-9684-1C2E-D5F1EE054BC1}"/>
                      </a:ext>
                    </a:extLst>
                  </p:cNvPr>
                  <p:cNvSpPr txBox="1"/>
                  <p:nvPr/>
                </p:nvSpPr>
                <p:spPr>
                  <a:xfrm>
                    <a:off x="10180346" y="9173554"/>
                    <a:ext cx="2160000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 algn="ctr" rtl="1"/>
                    <a:r>
                      <a:rPr lang="ar-SA" sz="2000" dirty="0">
                        <a:solidFill>
                          <a:srgbClr val="39756D"/>
                        </a:solidFill>
                        <a:latin typeface="Neo Sans Arabic" panose="020B0504030504040204" pitchFamily="34" charset="-78"/>
                        <a:cs typeface="Neo Sans Arabic" panose="020B0504030504040204" pitchFamily="34" charset="-78"/>
                      </a:rPr>
                      <a:t>اليوم</a:t>
                    </a:r>
                  </a:p>
                  <a:p>
                    <a:pPr algn="ctr" rtl="1"/>
                    <a:r>
                      <a:rPr lang="ar-SA" sz="2000" dirty="0">
                        <a:solidFill>
                          <a:schemeClr val="tx1"/>
                        </a:solidFill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rPr>
                      <a:t>التـــاريـــخ</a:t>
                    </a:r>
                  </a:p>
                </p:txBody>
              </p:sp>
            </p:grpSp>
            <p:grpSp>
              <p:nvGrpSpPr>
                <p:cNvPr id="12" name="مجموعة 11">
                  <a:extLst>
                    <a:ext uri="{FF2B5EF4-FFF2-40B4-BE49-F238E27FC236}">
                      <a16:creationId xmlns:a16="http://schemas.microsoft.com/office/drawing/2014/main" id="{894E6DC5-0232-E47E-D3D5-104DCB04E355}"/>
                    </a:ext>
                  </a:extLst>
                </p:cNvPr>
                <p:cNvGrpSpPr/>
                <p:nvPr/>
              </p:nvGrpSpPr>
              <p:grpSpPr>
                <a:xfrm>
                  <a:off x="4203700" y="14783862"/>
                  <a:ext cx="2160000" cy="1802751"/>
                  <a:chOff x="6552769" y="8396006"/>
                  <a:chExt cx="2160000" cy="1802751"/>
                </a:xfrm>
              </p:grpSpPr>
              <p:pic>
                <p:nvPicPr>
                  <p:cNvPr id="13" name="object 11">
                    <a:extLst>
                      <a:ext uri="{FF2B5EF4-FFF2-40B4-BE49-F238E27FC236}">
                        <a16:creationId xmlns:a16="http://schemas.microsoft.com/office/drawing/2014/main" id="{9C3C35A5-E691-18E4-136A-B6F569279167}"/>
                      </a:ext>
                    </a:extLst>
                  </p:cNvPr>
                  <p:cNvPicPr/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7317960" y="8396006"/>
                    <a:ext cx="629618" cy="629618"/>
                  </a:xfrm>
                  <a:prstGeom prst="rect">
                    <a:avLst/>
                  </a:prstGeom>
                </p:spPr>
              </p:pic>
              <p:sp>
                <p:nvSpPr>
                  <p:cNvPr id="14" name="مربع نص 13">
                    <a:extLst>
                      <a:ext uri="{FF2B5EF4-FFF2-40B4-BE49-F238E27FC236}">
                        <a16:creationId xmlns:a16="http://schemas.microsoft.com/office/drawing/2014/main" id="{2DFFE815-0E76-8E7E-0D4B-FCEF5CAD714E}"/>
                      </a:ext>
                    </a:extLst>
                  </p:cNvPr>
                  <p:cNvSpPr txBox="1"/>
                  <p:nvPr/>
                </p:nvSpPr>
                <p:spPr>
                  <a:xfrm>
                    <a:off x="6552769" y="9142777"/>
                    <a:ext cx="2160000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 algn="ctr" rtl="1"/>
                    <a:r>
                      <a:rPr lang="ar-SA" sz="2000" dirty="0">
                        <a:solidFill>
                          <a:srgbClr val="39756D"/>
                        </a:solidFill>
                        <a:latin typeface="Neo Sans Arabic" panose="020B0504030504040204" pitchFamily="34" charset="-78"/>
                        <a:cs typeface="Neo Sans Arabic" panose="020B0504030504040204" pitchFamily="34" charset="-78"/>
                      </a:rPr>
                      <a:t>عن بُعد عبر</a:t>
                    </a:r>
                  </a:p>
                  <a:p>
                    <a:pPr algn="ctr" rtl="1"/>
                    <a:r>
                      <a:rPr lang="en-US" sz="2000" dirty="0">
                        <a:solidFill>
                          <a:schemeClr val="tx1"/>
                        </a:solidFill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rPr>
                      <a:t>Microsoft Teams</a:t>
                    </a:r>
                    <a:endParaRPr lang="ar-SA" sz="2000" dirty="0">
                      <a:solidFill>
                        <a:schemeClr val="tx1"/>
                      </a:solidFill>
                      <a:latin typeface="Neo Sans Arabic Medium" panose="020B0704030504040204" pitchFamily="34" charset="-78"/>
                      <a:cs typeface="Neo Sans Arabic Medium" panose="020B0704030504040204" pitchFamily="34" charset="-78"/>
                    </a:endParaRPr>
                  </a:p>
                </p:txBody>
              </p:sp>
              <p:pic>
                <p:nvPicPr>
                  <p:cNvPr id="15" name="object 14">
                    <a:extLst>
                      <a:ext uri="{FF2B5EF4-FFF2-40B4-BE49-F238E27FC236}">
                        <a16:creationId xmlns:a16="http://schemas.microsoft.com/office/drawing/2014/main" id="{05845B38-FB3F-77CB-3E98-6A93FA858E15}"/>
                      </a:ext>
                    </a:extLst>
                  </p:cNvPr>
                  <p:cNvPicPr/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7449529" y="9863689"/>
                    <a:ext cx="366480" cy="335068"/>
                  </a:xfrm>
                  <a:prstGeom prst="rect">
                    <a:avLst/>
                  </a:prstGeom>
                </p:spPr>
              </p:pic>
            </p:grpSp>
          </p:grpSp>
        </p:grpSp>
      </p:grpSp>
    </p:spTree>
    <p:extLst>
      <p:ext uri="{BB962C8B-B14F-4D97-AF65-F5344CB8AC3E}">
        <p14:creationId xmlns:p14="http://schemas.microsoft.com/office/powerpoint/2010/main" val="2937440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8270B-96D3-5B20-72AA-CEF78AE1B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>
            <a:extLst>
              <a:ext uri="{FF2B5EF4-FFF2-40B4-BE49-F238E27FC236}">
                <a16:creationId xmlns:a16="http://schemas.microsoft.com/office/drawing/2014/main" id="{1A285F40-8604-72DC-4978-53C1E90029E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898" y="18051806"/>
            <a:ext cx="1193680" cy="1204151"/>
          </a:xfrm>
          <a:prstGeom prst="rect">
            <a:avLst/>
          </a:prstGeom>
        </p:spPr>
      </p:pic>
      <p:sp>
        <p:nvSpPr>
          <p:cNvPr id="22" name="object 3">
            <a:extLst>
              <a:ext uri="{FF2B5EF4-FFF2-40B4-BE49-F238E27FC236}">
                <a16:creationId xmlns:a16="http://schemas.microsoft.com/office/drawing/2014/main" id="{754807ED-FD6F-B5F4-218F-0EE7E163EEDF}"/>
              </a:ext>
            </a:extLst>
          </p:cNvPr>
          <p:cNvSpPr txBox="1">
            <a:spLocks/>
          </p:cNvSpPr>
          <p:nvPr/>
        </p:nvSpPr>
        <p:spPr>
          <a:xfrm>
            <a:off x="4342448" y="6681400"/>
            <a:ext cx="2618104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 algn="ctr" rtl="1">
              <a:spcBef>
                <a:spcPts val="95"/>
              </a:spcBef>
            </a:pPr>
            <a:r>
              <a:rPr lang="ar-SA" sz="6600" spc="-10" dirty="0">
                <a:solidFill>
                  <a:schemeClr val="bg1"/>
                </a:solidFill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دعـــوة</a:t>
            </a:r>
            <a:endParaRPr lang="ar-SA" sz="6000" spc="-10" dirty="0">
              <a:solidFill>
                <a:schemeClr val="bg1"/>
              </a:solidFill>
              <a:latin typeface="Neo Sans Arabic Medium" panose="020B0704030504040204" pitchFamily="34" charset="-78"/>
              <a:cs typeface="Neo Sans Arabic Medium" panose="020B0704030504040204" pitchFamily="34" charset="-78"/>
            </a:endParaRPr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86E1048D-B341-E7B2-4520-F30B7ABB97B6}"/>
              </a:ext>
            </a:extLst>
          </p:cNvPr>
          <p:cNvSpPr txBox="1"/>
          <p:nvPr/>
        </p:nvSpPr>
        <p:spPr>
          <a:xfrm>
            <a:off x="0" y="9037399"/>
            <a:ext cx="11303000" cy="406265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endParaRPr lang="ar-SA" sz="2400" dirty="0">
              <a:latin typeface="Neo Sans Arabic Black" panose="020B0904030504040204" pitchFamily="34" charset="-78"/>
              <a:cs typeface="Neo Sans Arabic Black" panose="020B0904030504040204" pitchFamily="34" charset="-78"/>
            </a:endParaRPr>
          </a:p>
          <a:p>
            <a:pPr algn="ctr" rtl="1"/>
            <a:r>
              <a:rPr lang="ar-SA" sz="4000" dirty="0"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تـدعوكم جـامعة الأمير سطام بن عبدالعزيـز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3600" dirty="0"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ممثلة بـ "النص هنا (اسم الجهة)"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3200" dirty="0">
                <a:latin typeface="Neo Sans Arabic" panose="020B0504030504040204" pitchFamily="34" charset="-78"/>
                <a:cs typeface="Neo Sans Arabic" panose="020B0504030504040204" pitchFamily="34" charset="-78"/>
              </a:rPr>
              <a:t>لحضور "النص هنا (نوع الفعالية : دورة، محاضرة، ورشة عمل، ........)"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5400" dirty="0">
                <a:solidFill>
                  <a:srgbClr val="39756D"/>
                </a:solidFill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"النص هنا (عنوان الفعالية)"</a:t>
            </a:r>
          </a:p>
        </p:txBody>
      </p:sp>
      <p:grpSp>
        <p:nvGrpSpPr>
          <p:cNvPr id="3" name="مجموعة 2">
            <a:extLst>
              <a:ext uri="{FF2B5EF4-FFF2-40B4-BE49-F238E27FC236}">
                <a16:creationId xmlns:a16="http://schemas.microsoft.com/office/drawing/2014/main" id="{74F58D9C-7A08-F8CC-92F9-108C87C9EA4C}"/>
              </a:ext>
            </a:extLst>
          </p:cNvPr>
          <p:cNvGrpSpPr/>
          <p:nvPr/>
        </p:nvGrpSpPr>
        <p:grpSpPr>
          <a:xfrm>
            <a:off x="573088" y="13938550"/>
            <a:ext cx="10156825" cy="3303138"/>
            <a:chOff x="573088" y="13938550"/>
            <a:chExt cx="10156825" cy="3303138"/>
          </a:xfrm>
        </p:grpSpPr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45D8D1CC-B0BC-8A78-BA12-FD50ED25FF39}"/>
                </a:ext>
              </a:extLst>
            </p:cNvPr>
            <p:cNvSpPr/>
            <p:nvPr/>
          </p:nvSpPr>
          <p:spPr>
            <a:xfrm>
              <a:off x="573088" y="14256619"/>
              <a:ext cx="10156825" cy="2667000"/>
            </a:xfrm>
            <a:custGeom>
              <a:avLst/>
              <a:gdLst/>
              <a:ahLst/>
              <a:cxnLst/>
              <a:rect l="l" t="t" r="r" b="b"/>
              <a:pathLst>
                <a:path w="10156825" h="3371850">
                  <a:moveTo>
                    <a:pt x="9563132" y="0"/>
                  </a:moveTo>
                  <a:lnTo>
                    <a:pt x="296807" y="0"/>
                  </a:lnTo>
                  <a:lnTo>
                    <a:pt x="248664" y="3884"/>
                  </a:lnTo>
                  <a:lnTo>
                    <a:pt x="202993" y="15131"/>
                  </a:lnTo>
                  <a:lnTo>
                    <a:pt x="160407" y="33129"/>
                  </a:lnTo>
                  <a:lnTo>
                    <a:pt x="121517" y="57266"/>
                  </a:lnTo>
                  <a:lnTo>
                    <a:pt x="86933" y="86933"/>
                  </a:lnTo>
                  <a:lnTo>
                    <a:pt x="57266" y="121517"/>
                  </a:lnTo>
                  <a:lnTo>
                    <a:pt x="33129" y="160407"/>
                  </a:lnTo>
                  <a:lnTo>
                    <a:pt x="15131" y="202993"/>
                  </a:lnTo>
                  <a:lnTo>
                    <a:pt x="3884" y="248664"/>
                  </a:lnTo>
                  <a:lnTo>
                    <a:pt x="0" y="296807"/>
                  </a:lnTo>
                  <a:lnTo>
                    <a:pt x="0" y="2777999"/>
                  </a:lnTo>
                  <a:lnTo>
                    <a:pt x="1967" y="2826686"/>
                  </a:lnTo>
                  <a:lnTo>
                    <a:pt x="7769" y="2874289"/>
                  </a:lnTo>
                  <a:lnTo>
                    <a:pt x="17252" y="2920655"/>
                  </a:lnTo>
                  <a:lnTo>
                    <a:pt x="30263" y="2965632"/>
                  </a:lnTo>
                  <a:lnTo>
                    <a:pt x="46649" y="3009066"/>
                  </a:lnTo>
                  <a:lnTo>
                    <a:pt x="66258" y="3050805"/>
                  </a:lnTo>
                  <a:lnTo>
                    <a:pt x="88937" y="3090697"/>
                  </a:lnTo>
                  <a:lnTo>
                    <a:pt x="114533" y="3128588"/>
                  </a:lnTo>
                  <a:lnTo>
                    <a:pt x="142894" y="3164325"/>
                  </a:lnTo>
                  <a:lnTo>
                    <a:pt x="173866" y="3197757"/>
                  </a:lnTo>
                  <a:lnTo>
                    <a:pt x="207297" y="3228729"/>
                  </a:lnTo>
                  <a:lnTo>
                    <a:pt x="243034" y="3257090"/>
                  </a:lnTo>
                  <a:lnTo>
                    <a:pt x="280924" y="3282687"/>
                  </a:lnTo>
                  <a:lnTo>
                    <a:pt x="320815" y="3305366"/>
                  </a:lnTo>
                  <a:lnTo>
                    <a:pt x="362554" y="3324975"/>
                  </a:lnTo>
                  <a:lnTo>
                    <a:pt x="405987" y="3341361"/>
                  </a:lnTo>
                  <a:lnTo>
                    <a:pt x="450963" y="3354372"/>
                  </a:lnTo>
                  <a:lnTo>
                    <a:pt x="497328" y="3363855"/>
                  </a:lnTo>
                  <a:lnTo>
                    <a:pt x="544929" y="3369657"/>
                  </a:lnTo>
                  <a:lnTo>
                    <a:pt x="593615" y="3371625"/>
                  </a:lnTo>
                  <a:lnTo>
                    <a:pt x="9859940" y="3371625"/>
                  </a:lnTo>
                  <a:lnTo>
                    <a:pt x="9908084" y="3367740"/>
                  </a:lnTo>
                  <a:lnTo>
                    <a:pt x="9953754" y="3356493"/>
                  </a:lnTo>
                  <a:lnTo>
                    <a:pt x="9996340" y="3338495"/>
                  </a:lnTo>
                  <a:lnTo>
                    <a:pt x="10035231" y="3314358"/>
                  </a:lnTo>
                  <a:lnTo>
                    <a:pt x="10069815" y="3284691"/>
                  </a:lnTo>
                  <a:lnTo>
                    <a:pt x="10099481" y="3250107"/>
                  </a:lnTo>
                  <a:lnTo>
                    <a:pt x="10123619" y="3211217"/>
                  </a:lnTo>
                  <a:lnTo>
                    <a:pt x="10141616" y="3168631"/>
                  </a:lnTo>
                  <a:lnTo>
                    <a:pt x="10152863" y="3122960"/>
                  </a:lnTo>
                  <a:lnTo>
                    <a:pt x="10156748" y="3074817"/>
                  </a:lnTo>
                  <a:lnTo>
                    <a:pt x="10156748" y="593625"/>
                  </a:lnTo>
                  <a:lnTo>
                    <a:pt x="10154780" y="544938"/>
                  </a:lnTo>
                  <a:lnTo>
                    <a:pt x="10148978" y="497335"/>
                  </a:lnTo>
                  <a:lnTo>
                    <a:pt x="10139496" y="450969"/>
                  </a:lnTo>
                  <a:lnTo>
                    <a:pt x="10126485" y="405992"/>
                  </a:lnTo>
                  <a:lnTo>
                    <a:pt x="10110098" y="362558"/>
                  </a:lnTo>
                  <a:lnTo>
                    <a:pt x="10090489" y="320819"/>
                  </a:lnTo>
                  <a:lnTo>
                    <a:pt x="10067810" y="280927"/>
                  </a:lnTo>
                  <a:lnTo>
                    <a:pt x="10042214" y="243036"/>
                  </a:lnTo>
                  <a:lnTo>
                    <a:pt x="10013854" y="207299"/>
                  </a:lnTo>
                  <a:lnTo>
                    <a:pt x="9982881" y="173867"/>
                  </a:lnTo>
                  <a:lnTo>
                    <a:pt x="9949450" y="142895"/>
                  </a:lnTo>
                  <a:lnTo>
                    <a:pt x="9913713" y="114534"/>
                  </a:lnTo>
                  <a:lnTo>
                    <a:pt x="9875823" y="88938"/>
                  </a:lnTo>
                  <a:lnTo>
                    <a:pt x="9835932" y="66258"/>
                  </a:lnTo>
                  <a:lnTo>
                    <a:pt x="9794194" y="46649"/>
                  </a:lnTo>
                  <a:lnTo>
                    <a:pt x="9750760" y="30263"/>
                  </a:lnTo>
                  <a:lnTo>
                    <a:pt x="9705785" y="17252"/>
                  </a:lnTo>
                  <a:lnTo>
                    <a:pt x="9659420" y="7769"/>
                  </a:lnTo>
                  <a:lnTo>
                    <a:pt x="9611818" y="1967"/>
                  </a:lnTo>
                  <a:lnTo>
                    <a:pt x="9563132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44" name="مجموعة 43">
              <a:extLst>
                <a:ext uri="{FF2B5EF4-FFF2-40B4-BE49-F238E27FC236}">
                  <a16:creationId xmlns:a16="http://schemas.microsoft.com/office/drawing/2014/main" id="{4A053391-7428-1AFC-E073-13389DD1D7E3}"/>
                </a:ext>
              </a:extLst>
            </p:cNvPr>
            <p:cNvGrpSpPr/>
            <p:nvPr/>
          </p:nvGrpSpPr>
          <p:grpSpPr>
            <a:xfrm>
              <a:off x="1078499" y="13938550"/>
              <a:ext cx="9146003" cy="3303138"/>
              <a:chOff x="1078499" y="13938550"/>
              <a:chExt cx="9146003" cy="3303138"/>
            </a:xfrm>
          </p:grpSpPr>
          <p:grpSp>
            <p:nvGrpSpPr>
              <p:cNvPr id="4" name="object 4">
                <a:extLst>
                  <a:ext uri="{FF2B5EF4-FFF2-40B4-BE49-F238E27FC236}">
                    <a16:creationId xmlns:a16="http://schemas.microsoft.com/office/drawing/2014/main" id="{427EC0BF-658D-58E2-1E13-3A0F93F327B2}"/>
                  </a:ext>
                </a:extLst>
              </p:cNvPr>
              <p:cNvGrpSpPr/>
              <p:nvPr/>
            </p:nvGrpSpPr>
            <p:grpSpPr>
              <a:xfrm>
                <a:off x="1078499" y="13938550"/>
                <a:ext cx="3044428" cy="3303138"/>
                <a:chOff x="1334679" y="13735434"/>
                <a:chExt cx="3321050" cy="3808095"/>
              </a:xfrm>
            </p:grpSpPr>
            <p:sp>
              <p:nvSpPr>
                <p:cNvPr id="5" name="object 5">
                  <a:extLst>
                    <a:ext uri="{FF2B5EF4-FFF2-40B4-BE49-F238E27FC236}">
                      <a16:creationId xmlns:a16="http://schemas.microsoft.com/office/drawing/2014/main" id="{E84645F6-A1AD-9884-9457-15B756A08A15}"/>
                    </a:ext>
                  </a:extLst>
                </p:cNvPr>
                <p:cNvSpPr/>
                <p:nvPr/>
              </p:nvSpPr>
              <p:spPr>
                <a:xfrm>
                  <a:off x="1384844" y="13785599"/>
                  <a:ext cx="3220720" cy="3707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0720" h="3707765">
                      <a:moveTo>
                        <a:pt x="2916675" y="0"/>
                      </a:moveTo>
                      <a:lnTo>
                        <a:pt x="52354" y="0"/>
                      </a:lnTo>
                      <a:lnTo>
                        <a:pt x="31977" y="4114"/>
                      </a:lnTo>
                      <a:lnTo>
                        <a:pt x="15335" y="15335"/>
                      </a:lnTo>
                      <a:lnTo>
                        <a:pt x="4114" y="31977"/>
                      </a:lnTo>
                      <a:lnTo>
                        <a:pt x="0" y="52354"/>
                      </a:lnTo>
                      <a:lnTo>
                        <a:pt x="0" y="3404022"/>
                      </a:lnTo>
                      <a:lnTo>
                        <a:pt x="3974" y="3453275"/>
                      </a:lnTo>
                      <a:lnTo>
                        <a:pt x="15480" y="3499999"/>
                      </a:lnTo>
                      <a:lnTo>
                        <a:pt x="33894" y="3543568"/>
                      </a:lnTo>
                      <a:lnTo>
                        <a:pt x="58588" y="3583355"/>
                      </a:lnTo>
                      <a:lnTo>
                        <a:pt x="88939" y="3618737"/>
                      </a:lnTo>
                      <a:lnTo>
                        <a:pt x="124321" y="3649088"/>
                      </a:lnTo>
                      <a:lnTo>
                        <a:pt x="164109" y="3673783"/>
                      </a:lnTo>
                      <a:lnTo>
                        <a:pt x="207678" y="3692196"/>
                      </a:lnTo>
                      <a:lnTo>
                        <a:pt x="254401" y="3703703"/>
                      </a:lnTo>
                      <a:lnTo>
                        <a:pt x="303655" y="3707677"/>
                      </a:lnTo>
                      <a:lnTo>
                        <a:pt x="2916675" y="3707677"/>
                      </a:lnTo>
                      <a:lnTo>
                        <a:pt x="2965929" y="3703703"/>
                      </a:lnTo>
                      <a:lnTo>
                        <a:pt x="3012653" y="3692196"/>
                      </a:lnTo>
                      <a:lnTo>
                        <a:pt x="3056221" y="3673783"/>
                      </a:lnTo>
                      <a:lnTo>
                        <a:pt x="3096009" y="3649088"/>
                      </a:lnTo>
                      <a:lnTo>
                        <a:pt x="3131391" y="3618737"/>
                      </a:lnTo>
                      <a:lnTo>
                        <a:pt x="3161742" y="3583355"/>
                      </a:lnTo>
                      <a:lnTo>
                        <a:pt x="3186437" y="3543568"/>
                      </a:lnTo>
                      <a:lnTo>
                        <a:pt x="3204850" y="3499999"/>
                      </a:lnTo>
                      <a:lnTo>
                        <a:pt x="3216356" y="3453275"/>
                      </a:lnTo>
                      <a:lnTo>
                        <a:pt x="3220331" y="3404022"/>
                      </a:lnTo>
                      <a:lnTo>
                        <a:pt x="3220331" y="303655"/>
                      </a:lnTo>
                      <a:lnTo>
                        <a:pt x="3216356" y="254401"/>
                      </a:lnTo>
                      <a:lnTo>
                        <a:pt x="3204850" y="207678"/>
                      </a:lnTo>
                      <a:lnTo>
                        <a:pt x="3186437" y="164109"/>
                      </a:lnTo>
                      <a:lnTo>
                        <a:pt x="3161742" y="124321"/>
                      </a:lnTo>
                      <a:lnTo>
                        <a:pt x="3131391" y="88939"/>
                      </a:lnTo>
                      <a:lnTo>
                        <a:pt x="3096009" y="58588"/>
                      </a:lnTo>
                      <a:lnTo>
                        <a:pt x="3056221" y="33894"/>
                      </a:lnTo>
                      <a:lnTo>
                        <a:pt x="3012653" y="15480"/>
                      </a:lnTo>
                      <a:lnTo>
                        <a:pt x="2965929" y="3974"/>
                      </a:lnTo>
                      <a:lnTo>
                        <a:pt x="2916675" y="0"/>
                      </a:lnTo>
                      <a:close/>
                    </a:path>
                  </a:pathLst>
                </a:custGeom>
                <a:solidFill>
                  <a:srgbClr val="D3E9E7">
                    <a:alpha val="83000"/>
                  </a:srgbClr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6" name="object 6">
                  <a:extLst>
                    <a:ext uri="{FF2B5EF4-FFF2-40B4-BE49-F238E27FC236}">
                      <a16:creationId xmlns:a16="http://schemas.microsoft.com/office/drawing/2014/main" id="{665CE718-69F9-A322-AB54-2E2430EE8D6F}"/>
                    </a:ext>
                  </a:extLst>
                </p:cNvPr>
                <p:cNvSpPr/>
                <p:nvPr/>
              </p:nvSpPr>
              <p:spPr>
                <a:xfrm>
                  <a:off x="1384844" y="13785599"/>
                  <a:ext cx="3220720" cy="3707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0720" h="3707765">
                      <a:moveTo>
                        <a:pt x="2916675" y="0"/>
                      </a:moveTo>
                      <a:lnTo>
                        <a:pt x="52354" y="0"/>
                      </a:lnTo>
                      <a:lnTo>
                        <a:pt x="31977" y="4114"/>
                      </a:lnTo>
                      <a:lnTo>
                        <a:pt x="15335" y="15335"/>
                      </a:lnTo>
                      <a:lnTo>
                        <a:pt x="4114" y="31977"/>
                      </a:lnTo>
                      <a:lnTo>
                        <a:pt x="0" y="52354"/>
                      </a:lnTo>
                      <a:lnTo>
                        <a:pt x="0" y="3404022"/>
                      </a:lnTo>
                      <a:lnTo>
                        <a:pt x="3974" y="3453275"/>
                      </a:lnTo>
                      <a:lnTo>
                        <a:pt x="15480" y="3499999"/>
                      </a:lnTo>
                      <a:lnTo>
                        <a:pt x="33894" y="3543568"/>
                      </a:lnTo>
                      <a:lnTo>
                        <a:pt x="58588" y="3583355"/>
                      </a:lnTo>
                      <a:lnTo>
                        <a:pt x="88939" y="3618737"/>
                      </a:lnTo>
                      <a:lnTo>
                        <a:pt x="124321" y="3649088"/>
                      </a:lnTo>
                      <a:lnTo>
                        <a:pt x="164109" y="3673783"/>
                      </a:lnTo>
                      <a:lnTo>
                        <a:pt x="207678" y="3692196"/>
                      </a:lnTo>
                      <a:lnTo>
                        <a:pt x="254401" y="3703703"/>
                      </a:lnTo>
                      <a:lnTo>
                        <a:pt x="303655" y="3707677"/>
                      </a:lnTo>
                      <a:lnTo>
                        <a:pt x="2916675" y="3707677"/>
                      </a:lnTo>
                      <a:lnTo>
                        <a:pt x="2965929" y="3703703"/>
                      </a:lnTo>
                      <a:lnTo>
                        <a:pt x="3012653" y="3692196"/>
                      </a:lnTo>
                      <a:lnTo>
                        <a:pt x="3056221" y="3673783"/>
                      </a:lnTo>
                      <a:lnTo>
                        <a:pt x="3096009" y="3649088"/>
                      </a:lnTo>
                      <a:lnTo>
                        <a:pt x="3131391" y="3618737"/>
                      </a:lnTo>
                      <a:lnTo>
                        <a:pt x="3161742" y="3583355"/>
                      </a:lnTo>
                      <a:lnTo>
                        <a:pt x="3186437" y="3543568"/>
                      </a:lnTo>
                      <a:lnTo>
                        <a:pt x="3204850" y="3499999"/>
                      </a:lnTo>
                      <a:lnTo>
                        <a:pt x="3216356" y="3453275"/>
                      </a:lnTo>
                      <a:lnTo>
                        <a:pt x="3220331" y="3404022"/>
                      </a:lnTo>
                      <a:lnTo>
                        <a:pt x="3220331" y="303655"/>
                      </a:lnTo>
                      <a:lnTo>
                        <a:pt x="3216356" y="254401"/>
                      </a:lnTo>
                      <a:lnTo>
                        <a:pt x="3204850" y="207678"/>
                      </a:lnTo>
                      <a:lnTo>
                        <a:pt x="3186437" y="164109"/>
                      </a:lnTo>
                      <a:lnTo>
                        <a:pt x="3161742" y="124321"/>
                      </a:lnTo>
                      <a:lnTo>
                        <a:pt x="3131391" y="88939"/>
                      </a:lnTo>
                      <a:lnTo>
                        <a:pt x="3096009" y="58588"/>
                      </a:lnTo>
                      <a:lnTo>
                        <a:pt x="3056221" y="33894"/>
                      </a:lnTo>
                      <a:lnTo>
                        <a:pt x="3012653" y="15480"/>
                      </a:lnTo>
                      <a:lnTo>
                        <a:pt x="2965929" y="3974"/>
                      </a:lnTo>
                      <a:lnTo>
                        <a:pt x="2916675" y="0"/>
                      </a:lnTo>
                      <a:close/>
                    </a:path>
                  </a:pathLst>
                </a:custGeom>
                <a:ln w="100101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42" name="مجموعة 41">
                <a:extLst>
                  <a:ext uri="{FF2B5EF4-FFF2-40B4-BE49-F238E27FC236}">
                    <a16:creationId xmlns:a16="http://schemas.microsoft.com/office/drawing/2014/main" id="{71783267-B530-0438-6322-E1E0E9BA1919}"/>
                  </a:ext>
                </a:extLst>
              </p:cNvPr>
              <p:cNvGrpSpPr/>
              <p:nvPr/>
            </p:nvGrpSpPr>
            <p:grpSpPr>
              <a:xfrm>
                <a:off x="4495513" y="14702010"/>
                <a:ext cx="5728989" cy="1644372"/>
                <a:chOff x="4660900" y="14678164"/>
                <a:chExt cx="5728989" cy="1644372"/>
              </a:xfrm>
            </p:grpSpPr>
            <p:grpSp>
              <p:nvGrpSpPr>
                <p:cNvPr id="40" name="مجموعة 39">
                  <a:extLst>
                    <a:ext uri="{FF2B5EF4-FFF2-40B4-BE49-F238E27FC236}">
                      <a16:creationId xmlns:a16="http://schemas.microsoft.com/office/drawing/2014/main" id="{9654B9E3-62FA-6749-F43E-D3BDDAAA9E68}"/>
                    </a:ext>
                  </a:extLst>
                </p:cNvPr>
                <p:cNvGrpSpPr/>
                <p:nvPr/>
              </p:nvGrpSpPr>
              <p:grpSpPr>
                <a:xfrm>
                  <a:off x="5056075" y="14678164"/>
                  <a:ext cx="5333814" cy="707886"/>
                  <a:chOff x="5056075" y="14678164"/>
                  <a:chExt cx="5333814" cy="707886"/>
                </a:xfrm>
              </p:grpSpPr>
              <p:grpSp>
                <p:nvGrpSpPr>
                  <p:cNvPr id="39" name="مجموعة 38">
                    <a:extLst>
                      <a:ext uri="{FF2B5EF4-FFF2-40B4-BE49-F238E27FC236}">
                        <a16:creationId xmlns:a16="http://schemas.microsoft.com/office/drawing/2014/main" id="{1CFA80ED-95C6-C7D3-68FC-6039E6D513FF}"/>
                      </a:ext>
                    </a:extLst>
                  </p:cNvPr>
                  <p:cNvGrpSpPr/>
                  <p:nvPr/>
                </p:nvGrpSpPr>
                <p:grpSpPr>
                  <a:xfrm>
                    <a:off x="5056075" y="14678164"/>
                    <a:ext cx="2186550" cy="707886"/>
                    <a:chOff x="5270567" y="14415943"/>
                    <a:chExt cx="2186550" cy="707886"/>
                  </a:xfrm>
                </p:grpSpPr>
                <p:pic>
                  <p:nvPicPr>
                    <p:cNvPr id="31" name="object 7">
                      <a:extLst>
                        <a:ext uri="{FF2B5EF4-FFF2-40B4-BE49-F238E27FC236}">
                          <a16:creationId xmlns:a16="http://schemas.microsoft.com/office/drawing/2014/main" id="{6D489B19-2ACC-5CB8-DE38-B456EB6B8916}"/>
                        </a:ext>
                      </a:extLst>
                    </p:cNvPr>
                    <p:cNvPicPr/>
                    <p:nvPr/>
                  </p:nvPicPr>
                  <p:blipFill>
                    <a:blip r:embed="rId3" cstate="print"/>
                    <a:stretch>
                      <a:fillRect/>
                    </a:stretch>
                  </p:blipFill>
                  <p:spPr>
                    <a:xfrm>
                      <a:off x="6844749" y="14463702"/>
                      <a:ext cx="612368" cy="61236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2" name="مربع نص 31">
                      <a:extLst>
                        <a:ext uri="{FF2B5EF4-FFF2-40B4-BE49-F238E27FC236}">
                          <a16:creationId xmlns:a16="http://schemas.microsoft.com/office/drawing/2014/main" id="{25731ED3-6BE5-2146-E18B-A8F810DC9C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270567" y="14415943"/>
                      <a:ext cx="1440000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1">
                      <a:spAutoFit/>
                    </a:bodyPr>
                    <a:lstStyle/>
                    <a:p>
                      <a:pPr algn="r" rtl="1"/>
                      <a:r>
                        <a:rPr lang="ar-SA" sz="2000" dirty="0">
                          <a:solidFill>
                            <a:srgbClr val="39756D"/>
                          </a:solidFill>
                          <a:latin typeface="Neo Sans Arabic" panose="020B0504030504040204" pitchFamily="34" charset="-78"/>
                          <a:cs typeface="Neo Sans Arabic" panose="020B0504030504040204" pitchFamily="34" charset="-78"/>
                        </a:rPr>
                        <a:t>الساعة</a:t>
                      </a:r>
                    </a:p>
                    <a:p>
                      <a:pPr algn="r" rtl="1"/>
                      <a:r>
                        <a:rPr lang="ar-SA" sz="2000" dirty="0">
                          <a:solidFill>
                            <a:schemeClr val="tx1"/>
                          </a:solidFill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التـــوقيــت</a:t>
                      </a:r>
                    </a:p>
                  </p:txBody>
                </p:sp>
              </p:grpSp>
              <p:grpSp>
                <p:nvGrpSpPr>
                  <p:cNvPr id="35" name="مجموعة 34">
                    <a:extLst>
                      <a:ext uri="{FF2B5EF4-FFF2-40B4-BE49-F238E27FC236}">
                        <a16:creationId xmlns:a16="http://schemas.microsoft.com/office/drawing/2014/main" id="{2A7AB124-A516-1EE8-C45E-FCD13657C89F}"/>
                      </a:ext>
                    </a:extLst>
                  </p:cNvPr>
                  <p:cNvGrpSpPr/>
                  <p:nvPr/>
                </p:nvGrpSpPr>
                <p:grpSpPr>
                  <a:xfrm>
                    <a:off x="8203339" y="14678164"/>
                    <a:ext cx="2186550" cy="707886"/>
                    <a:chOff x="8166100" y="14415943"/>
                    <a:chExt cx="2186550" cy="707886"/>
                  </a:xfrm>
                </p:grpSpPr>
                <p:pic>
                  <p:nvPicPr>
                    <p:cNvPr id="29" name="object 8">
                      <a:extLst>
                        <a:ext uri="{FF2B5EF4-FFF2-40B4-BE49-F238E27FC236}">
                          <a16:creationId xmlns:a16="http://schemas.microsoft.com/office/drawing/2014/main" id="{D5D6C7E6-2E44-5913-38B7-F66CB92E6A2C}"/>
                        </a:ext>
                      </a:extLst>
                    </p:cNvPr>
                    <p:cNvPicPr/>
                    <p:nvPr/>
                  </p:nvPicPr>
                  <p:blipFill>
                    <a:blip r:embed="rId4" cstate="print"/>
                    <a:stretch>
                      <a:fillRect/>
                    </a:stretch>
                  </p:blipFill>
                  <p:spPr>
                    <a:xfrm>
                      <a:off x="9740282" y="14463702"/>
                      <a:ext cx="612368" cy="61236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0" name="مربع نص 29">
                      <a:extLst>
                        <a:ext uri="{FF2B5EF4-FFF2-40B4-BE49-F238E27FC236}">
                          <a16:creationId xmlns:a16="http://schemas.microsoft.com/office/drawing/2014/main" id="{1349905E-1A7C-C591-9E4C-0383FDDB2B1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66100" y="14415943"/>
                      <a:ext cx="1440000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1">
                      <a:spAutoFit/>
                    </a:bodyPr>
                    <a:lstStyle/>
                    <a:p>
                      <a:pPr algn="r" rtl="1"/>
                      <a:r>
                        <a:rPr lang="ar-SA" sz="2000" dirty="0">
                          <a:solidFill>
                            <a:srgbClr val="39756D"/>
                          </a:solidFill>
                          <a:latin typeface="Neo Sans Arabic" panose="020B0504030504040204" pitchFamily="34" charset="-78"/>
                          <a:cs typeface="Neo Sans Arabic" panose="020B0504030504040204" pitchFamily="34" charset="-78"/>
                        </a:rPr>
                        <a:t>اليوم</a:t>
                      </a:r>
                    </a:p>
                    <a:p>
                      <a:pPr algn="r" rtl="1"/>
                      <a:r>
                        <a:rPr lang="ar-SA" sz="2000" dirty="0">
                          <a:solidFill>
                            <a:schemeClr val="tx1"/>
                          </a:solidFill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التـــاريـــخ</a:t>
                      </a:r>
                    </a:p>
                  </p:txBody>
                </p:sp>
              </p:grpSp>
            </p:grpSp>
            <p:grpSp>
              <p:nvGrpSpPr>
                <p:cNvPr id="41" name="مجموعة 40">
                  <a:extLst>
                    <a:ext uri="{FF2B5EF4-FFF2-40B4-BE49-F238E27FC236}">
                      <a16:creationId xmlns:a16="http://schemas.microsoft.com/office/drawing/2014/main" id="{AA493E3B-FC17-1BB6-E45B-634423B7527F}"/>
                    </a:ext>
                  </a:extLst>
                </p:cNvPr>
                <p:cNvGrpSpPr/>
                <p:nvPr/>
              </p:nvGrpSpPr>
              <p:grpSpPr>
                <a:xfrm>
                  <a:off x="4660900" y="15614650"/>
                  <a:ext cx="5728989" cy="707886"/>
                  <a:chOff x="4660900" y="15614650"/>
                  <a:chExt cx="5728989" cy="707886"/>
                </a:xfrm>
              </p:grpSpPr>
              <p:grpSp>
                <p:nvGrpSpPr>
                  <p:cNvPr id="37" name="مجموعة 36">
                    <a:extLst>
                      <a:ext uri="{FF2B5EF4-FFF2-40B4-BE49-F238E27FC236}">
                        <a16:creationId xmlns:a16="http://schemas.microsoft.com/office/drawing/2014/main" id="{E4EB50C1-049F-C749-0E60-10A7172C5E7A}"/>
                      </a:ext>
                    </a:extLst>
                  </p:cNvPr>
                  <p:cNvGrpSpPr/>
                  <p:nvPr/>
                </p:nvGrpSpPr>
                <p:grpSpPr>
                  <a:xfrm>
                    <a:off x="7456789" y="15614650"/>
                    <a:ext cx="2933100" cy="668752"/>
                    <a:chOff x="7456789" y="15973564"/>
                    <a:chExt cx="2933100" cy="668752"/>
                  </a:xfrm>
                </p:grpSpPr>
                <p:pic>
                  <p:nvPicPr>
                    <p:cNvPr id="26" name="object 11">
                      <a:extLst>
                        <a:ext uri="{FF2B5EF4-FFF2-40B4-BE49-F238E27FC236}">
                          <a16:creationId xmlns:a16="http://schemas.microsoft.com/office/drawing/2014/main" id="{AFCA7C58-F130-B21A-646B-6D7A48462E3B}"/>
                        </a:ext>
                      </a:extLst>
                    </p:cNvPr>
                    <p:cNvPicPr/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9760271" y="16012698"/>
                      <a:ext cx="629618" cy="62961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27" name="مربع نص 26">
                      <a:extLst>
                        <a:ext uri="{FF2B5EF4-FFF2-40B4-BE49-F238E27FC236}">
                          <a16:creationId xmlns:a16="http://schemas.microsoft.com/office/drawing/2014/main" id="{70036D33-3AF7-EC08-4F5D-D409385AB0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456789" y="15973564"/>
                      <a:ext cx="2160000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1">
                      <a:spAutoFit/>
                    </a:bodyPr>
                    <a:lstStyle/>
                    <a:p>
                      <a:pPr algn="r" rtl="1"/>
                      <a:r>
                        <a:rPr lang="ar-SA" sz="2000" dirty="0">
                          <a:solidFill>
                            <a:srgbClr val="39756D"/>
                          </a:solidFill>
                          <a:latin typeface="Neo Sans Arabic" panose="020B0504030504040204" pitchFamily="34" charset="-78"/>
                          <a:cs typeface="Neo Sans Arabic" panose="020B0504030504040204" pitchFamily="34" charset="-78"/>
                        </a:rPr>
                        <a:t>عن بُعد عبر</a:t>
                      </a:r>
                    </a:p>
                  </p:txBody>
                </p:sp>
              </p:grpSp>
              <p:grpSp>
                <p:nvGrpSpPr>
                  <p:cNvPr id="38" name="مجموعة 37">
                    <a:extLst>
                      <a:ext uri="{FF2B5EF4-FFF2-40B4-BE49-F238E27FC236}">
                        <a16:creationId xmlns:a16="http://schemas.microsoft.com/office/drawing/2014/main" id="{6E6E21E4-1D36-9F3F-87E9-236C86FC92B6}"/>
                      </a:ext>
                    </a:extLst>
                  </p:cNvPr>
                  <p:cNvGrpSpPr/>
                  <p:nvPr/>
                </p:nvGrpSpPr>
                <p:grpSpPr>
                  <a:xfrm>
                    <a:off x="4660900" y="15614650"/>
                    <a:ext cx="2581725" cy="707886"/>
                    <a:chOff x="4886985" y="15934430"/>
                    <a:chExt cx="2581725" cy="707886"/>
                  </a:xfrm>
                </p:grpSpPr>
                <p:pic>
                  <p:nvPicPr>
                    <p:cNvPr id="24" name="object 17">
                      <a:extLst>
                        <a:ext uri="{FF2B5EF4-FFF2-40B4-BE49-F238E27FC236}">
                          <a16:creationId xmlns:a16="http://schemas.microsoft.com/office/drawing/2014/main" id="{2111CA28-67EC-BD37-F2FF-3FCF3EBAEC80}"/>
                        </a:ext>
                      </a:extLst>
                    </p:cNvPr>
                    <p:cNvPicPr/>
                    <p:nvPr/>
                  </p:nvPicPr>
                  <p:blipFill>
                    <a:blip r:embed="rId6" cstate="print"/>
                    <a:stretch>
                      <a:fillRect/>
                    </a:stretch>
                  </p:blipFill>
                  <p:spPr>
                    <a:xfrm>
                      <a:off x="6830467" y="15969252"/>
                      <a:ext cx="638243" cy="638243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25" name="مربع نص 24">
                      <a:extLst>
                        <a:ext uri="{FF2B5EF4-FFF2-40B4-BE49-F238E27FC236}">
                          <a16:creationId xmlns:a16="http://schemas.microsoft.com/office/drawing/2014/main" id="{02B94E3C-3AF1-36E2-4DC5-3E81D483923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86985" y="15934430"/>
                      <a:ext cx="1800000" cy="70788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1">
                      <a:spAutoFit/>
                    </a:bodyPr>
                    <a:lstStyle/>
                    <a:p>
                      <a:pPr algn="r" rtl="1"/>
                      <a:r>
                        <a:rPr lang="ar-SA" sz="2000" dirty="0">
                          <a:solidFill>
                            <a:srgbClr val="39756D"/>
                          </a:solidFill>
                          <a:latin typeface="Neo Sans Arabic" panose="020B0504030504040204" pitchFamily="34" charset="-78"/>
                          <a:cs typeface="Neo Sans Arabic" panose="020B0504030504040204" pitchFamily="34" charset="-78"/>
                        </a:rPr>
                        <a:t>يوجد</a:t>
                      </a:r>
                      <a:endParaRPr lang="ar-SA" sz="2400" dirty="0">
                        <a:solidFill>
                          <a:srgbClr val="39756D"/>
                        </a:solidFill>
                        <a:latin typeface="Neo Sans Arabic" panose="020B0504030504040204" pitchFamily="34" charset="-78"/>
                        <a:cs typeface="Neo Sans Arabic" panose="020B0504030504040204" pitchFamily="34" charset="-78"/>
                      </a:endParaRPr>
                    </a:p>
                    <a:p>
                      <a:pPr algn="r" rtl="1"/>
                      <a:r>
                        <a:rPr lang="ar-SA" sz="2000" dirty="0">
                          <a:solidFill>
                            <a:schemeClr val="tx1"/>
                          </a:solidFill>
                          <a:latin typeface="Neo Sans Arabic Medium" panose="020B0704030504040204" pitchFamily="34" charset="-78"/>
                          <a:cs typeface="Neo Sans Arabic Medium" panose="020B0704030504040204" pitchFamily="34" charset="-78"/>
                        </a:rPr>
                        <a:t>شهادات حضور</a:t>
                      </a:r>
                    </a:p>
                  </p:txBody>
                </p:sp>
              </p:grpSp>
            </p:grpSp>
          </p:grpSp>
        </p:grpSp>
      </p:grpSp>
      <p:pic>
        <p:nvPicPr>
          <p:cNvPr id="2" name="object 13">
            <a:extLst>
              <a:ext uri="{FF2B5EF4-FFF2-40B4-BE49-F238E27FC236}">
                <a16:creationId xmlns:a16="http://schemas.microsoft.com/office/drawing/2014/main" id="{578D7672-C174-F620-5C6B-6A2C093279E8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95366" y="16035871"/>
            <a:ext cx="931908" cy="26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92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1A715-5BB8-40B4-8DB7-8BFDC3ABE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>
            <a:extLst>
              <a:ext uri="{FF2B5EF4-FFF2-40B4-BE49-F238E27FC236}">
                <a16:creationId xmlns:a16="http://schemas.microsoft.com/office/drawing/2014/main" id="{A85DE398-9470-B2D9-52BA-B349A2330F1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898" y="18051806"/>
            <a:ext cx="1193680" cy="1204151"/>
          </a:xfrm>
          <a:prstGeom prst="rect">
            <a:avLst/>
          </a:prstGeom>
        </p:spPr>
      </p:pic>
      <p:sp>
        <p:nvSpPr>
          <p:cNvPr id="22" name="object 3">
            <a:extLst>
              <a:ext uri="{FF2B5EF4-FFF2-40B4-BE49-F238E27FC236}">
                <a16:creationId xmlns:a16="http://schemas.microsoft.com/office/drawing/2014/main" id="{265BC553-63BF-103A-9E26-DEEF55BBDCA5}"/>
              </a:ext>
            </a:extLst>
          </p:cNvPr>
          <p:cNvSpPr txBox="1">
            <a:spLocks/>
          </p:cNvSpPr>
          <p:nvPr/>
        </p:nvSpPr>
        <p:spPr>
          <a:xfrm>
            <a:off x="4342448" y="6681400"/>
            <a:ext cx="2618104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marR="5080" algn="ctr" rtl="1">
              <a:spcBef>
                <a:spcPts val="95"/>
              </a:spcBef>
            </a:pPr>
            <a:r>
              <a:rPr lang="ar-SA" sz="6600" spc="-10" dirty="0">
                <a:solidFill>
                  <a:schemeClr val="bg1"/>
                </a:solidFill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دعـــوة</a:t>
            </a:r>
            <a:endParaRPr lang="ar-SA" sz="6000" spc="-10" dirty="0">
              <a:solidFill>
                <a:schemeClr val="bg1"/>
              </a:solidFill>
              <a:latin typeface="Neo Sans Arabic Medium" panose="020B0704030504040204" pitchFamily="34" charset="-78"/>
              <a:cs typeface="Neo Sans Arabic Medium" panose="020B0704030504040204" pitchFamily="34" charset="-78"/>
            </a:endParaRPr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5E676FA3-3E60-D813-78B2-B8072B7D4131}"/>
              </a:ext>
            </a:extLst>
          </p:cNvPr>
          <p:cNvSpPr txBox="1"/>
          <p:nvPr/>
        </p:nvSpPr>
        <p:spPr>
          <a:xfrm>
            <a:off x="0" y="9037399"/>
            <a:ext cx="11303000" cy="406265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endParaRPr lang="ar-SA" sz="2400" dirty="0">
              <a:latin typeface="Neo Sans Arabic Black" panose="020B0904030504040204" pitchFamily="34" charset="-78"/>
              <a:cs typeface="Neo Sans Arabic Black" panose="020B0904030504040204" pitchFamily="34" charset="-78"/>
            </a:endParaRPr>
          </a:p>
          <a:p>
            <a:pPr algn="ctr" rtl="1"/>
            <a:r>
              <a:rPr lang="ar-SA" sz="4000" dirty="0"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تـدعوكم جـامعة الأمير سطام بن عبدالعزيـز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3600" dirty="0"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ممثلة بـ "النص هنا (اسم الجهة)"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3200" dirty="0">
                <a:latin typeface="Neo Sans Arabic" panose="020B0504030504040204" pitchFamily="34" charset="-78"/>
                <a:cs typeface="Neo Sans Arabic" panose="020B0504030504040204" pitchFamily="34" charset="-78"/>
              </a:rPr>
              <a:t>لحضور "النص هنا (نوع الفعالية : دورة، محاضرة، ورشة عمل، ........)"</a:t>
            </a: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endParaRPr lang="ar-SA" dirty="0">
              <a:latin typeface="Neo Sans Arabic" panose="020B0504030504040204" pitchFamily="34" charset="-78"/>
              <a:cs typeface="Neo Sans Arabic" panose="020B0504030504040204" pitchFamily="34" charset="-78"/>
            </a:endParaRPr>
          </a:p>
          <a:p>
            <a:pPr algn="ctr" rtl="1"/>
            <a:r>
              <a:rPr lang="ar-SA" sz="5400" dirty="0">
                <a:solidFill>
                  <a:srgbClr val="39756D"/>
                </a:solidFill>
                <a:latin typeface="Neo Sans Arabic Medium" panose="020B0704030504040204" pitchFamily="34" charset="-78"/>
                <a:cs typeface="Neo Sans Arabic Medium" panose="020B0704030504040204" pitchFamily="34" charset="-78"/>
              </a:rPr>
              <a:t>"النص هنا (عنوان الفعالية)"</a:t>
            </a:r>
          </a:p>
        </p:txBody>
      </p:sp>
      <p:grpSp>
        <p:nvGrpSpPr>
          <p:cNvPr id="26" name="مجموعة 25">
            <a:extLst>
              <a:ext uri="{FF2B5EF4-FFF2-40B4-BE49-F238E27FC236}">
                <a16:creationId xmlns:a16="http://schemas.microsoft.com/office/drawing/2014/main" id="{D966639D-3CE1-D1E9-7153-DEBE811D8296}"/>
              </a:ext>
            </a:extLst>
          </p:cNvPr>
          <p:cNvGrpSpPr/>
          <p:nvPr/>
        </p:nvGrpSpPr>
        <p:grpSpPr>
          <a:xfrm>
            <a:off x="573088" y="13938550"/>
            <a:ext cx="10156825" cy="3303138"/>
            <a:chOff x="573088" y="13938550"/>
            <a:chExt cx="10156825" cy="3303138"/>
          </a:xfrm>
        </p:grpSpPr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1BB59D67-3A6A-BED8-830B-BAE3FB434FE5}"/>
                </a:ext>
              </a:extLst>
            </p:cNvPr>
            <p:cNvSpPr/>
            <p:nvPr/>
          </p:nvSpPr>
          <p:spPr>
            <a:xfrm>
              <a:off x="573088" y="14256619"/>
              <a:ext cx="10156825" cy="2667000"/>
            </a:xfrm>
            <a:custGeom>
              <a:avLst/>
              <a:gdLst/>
              <a:ahLst/>
              <a:cxnLst/>
              <a:rect l="l" t="t" r="r" b="b"/>
              <a:pathLst>
                <a:path w="10156825" h="3371850">
                  <a:moveTo>
                    <a:pt x="9563132" y="0"/>
                  </a:moveTo>
                  <a:lnTo>
                    <a:pt x="296807" y="0"/>
                  </a:lnTo>
                  <a:lnTo>
                    <a:pt x="248664" y="3884"/>
                  </a:lnTo>
                  <a:lnTo>
                    <a:pt x="202993" y="15131"/>
                  </a:lnTo>
                  <a:lnTo>
                    <a:pt x="160407" y="33129"/>
                  </a:lnTo>
                  <a:lnTo>
                    <a:pt x="121517" y="57266"/>
                  </a:lnTo>
                  <a:lnTo>
                    <a:pt x="86933" y="86933"/>
                  </a:lnTo>
                  <a:lnTo>
                    <a:pt x="57266" y="121517"/>
                  </a:lnTo>
                  <a:lnTo>
                    <a:pt x="33129" y="160407"/>
                  </a:lnTo>
                  <a:lnTo>
                    <a:pt x="15131" y="202993"/>
                  </a:lnTo>
                  <a:lnTo>
                    <a:pt x="3884" y="248664"/>
                  </a:lnTo>
                  <a:lnTo>
                    <a:pt x="0" y="296807"/>
                  </a:lnTo>
                  <a:lnTo>
                    <a:pt x="0" y="2777999"/>
                  </a:lnTo>
                  <a:lnTo>
                    <a:pt x="1967" y="2826686"/>
                  </a:lnTo>
                  <a:lnTo>
                    <a:pt x="7769" y="2874289"/>
                  </a:lnTo>
                  <a:lnTo>
                    <a:pt x="17252" y="2920655"/>
                  </a:lnTo>
                  <a:lnTo>
                    <a:pt x="30263" y="2965632"/>
                  </a:lnTo>
                  <a:lnTo>
                    <a:pt x="46649" y="3009066"/>
                  </a:lnTo>
                  <a:lnTo>
                    <a:pt x="66258" y="3050805"/>
                  </a:lnTo>
                  <a:lnTo>
                    <a:pt x="88937" y="3090697"/>
                  </a:lnTo>
                  <a:lnTo>
                    <a:pt x="114533" y="3128588"/>
                  </a:lnTo>
                  <a:lnTo>
                    <a:pt x="142894" y="3164325"/>
                  </a:lnTo>
                  <a:lnTo>
                    <a:pt x="173866" y="3197757"/>
                  </a:lnTo>
                  <a:lnTo>
                    <a:pt x="207297" y="3228729"/>
                  </a:lnTo>
                  <a:lnTo>
                    <a:pt x="243034" y="3257090"/>
                  </a:lnTo>
                  <a:lnTo>
                    <a:pt x="280924" y="3282687"/>
                  </a:lnTo>
                  <a:lnTo>
                    <a:pt x="320815" y="3305366"/>
                  </a:lnTo>
                  <a:lnTo>
                    <a:pt x="362554" y="3324975"/>
                  </a:lnTo>
                  <a:lnTo>
                    <a:pt x="405987" y="3341361"/>
                  </a:lnTo>
                  <a:lnTo>
                    <a:pt x="450963" y="3354372"/>
                  </a:lnTo>
                  <a:lnTo>
                    <a:pt x="497328" y="3363855"/>
                  </a:lnTo>
                  <a:lnTo>
                    <a:pt x="544929" y="3369657"/>
                  </a:lnTo>
                  <a:lnTo>
                    <a:pt x="593615" y="3371625"/>
                  </a:lnTo>
                  <a:lnTo>
                    <a:pt x="9859940" y="3371625"/>
                  </a:lnTo>
                  <a:lnTo>
                    <a:pt x="9908084" y="3367740"/>
                  </a:lnTo>
                  <a:lnTo>
                    <a:pt x="9953754" y="3356493"/>
                  </a:lnTo>
                  <a:lnTo>
                    <a:pt x="9996340" y="3338495"/>
                  </a:lnTo>
                  <a:lnTo>
                    <a:pt x="10035231" y="3314358"/>
                  </a:lnTo>
                  <a:lnTo>
                    <a:pt x="10069815" y="3284691"/>
                  </a:lnTo>
                  <a:lnTo>
                    <a:pt x="10099481" y="3250107"/>
                  </a:lnTo>
                  <a:lnTo>
                    <a:pt x="10123619" y="3211217"/>
                  </a:lnTo>
                  <a:lnTo>
                    <a:pt x="10141616" y="3168631"/>
                  </a:lnTo>
                  <a:lnTo>
                    <a:pt x="10152863" y="3122960"/>
                  </a:lnTo>
                  <a:lnTo>
                    <a:pt x="10156748" y="3074817"/>
                  </a:lnTo>
                  <a:lnTo>
                    <a:pt x="10156748" y="593625"/>
                  </a:lnTo>
                  <a:lnTo>
                    <a:pt x="10154780" y="544938"/>
                  </a:lnTo>
                  <a:lnTo>
                    <a:pt x="10148978" y="497335"/>
                  </a:lnTo>
                  <a:lnTo>
                    <a:pt x="10139496" y="450969"/>
                  </a:lnTo>
                  <a:lnTo>
                    <a:pt x="10126485" y="405992"/>
                  </a:lnTo>
                  <a:lnTo>
                    <a:pt x="10110098" y="362558"/>
                  </a:lnTo>
                  <a:lnTo>
                    <a:pt x="10090489" y="320819"/>
                  </a:lnTo>
                  <a:lnTo>
                    <a:pt x="10067810" y="280927"/>
                  </a:lnTo>
                  <a:lnTo>
                    <a:pt x="10042214" y="243036"/>
                  </a:lnTo>
                  <a:lnTo>
                    <a:pt x="10013854" y="207299"/>
                  </a:lnTo>
                  <a:lnTo>
                    <a:pt x="9982881" y="173867"/>
                  </a:lnTo>
                  <a:lnTo>
                    <a:pt x="9949450" y="142895"/>
                  </a:lnTo>
                  <a:lnTo>
                    <a:pt x="9913713" y="114534"/>
                  </a:lnTo>
                  <a:lnTo>
                    <a:pt x="9875823" y="88938"/>
                  </a:lnTo>
                  <a:lnTo>
                    <a:pt x="9835932" y="66258"/>
                  </a:lnTo>
                  <a:lnTo>
                    <a:pt x="9794194" y="46649"/>
                  </a:lnTo>
                  <a:lnTo>
                    <a:pt x="9750760" y="30263"/>
                  </a:lnTo>
                  <a:lnTo>
                    <a:pt x="9705785" y="17252"/>
                  </a:lnTo>
                  <a:lnTo>
                    <a:pt x="9659420" y="7769"/>
                  </a:lnTo>
                  <a:lnTo>
                    <a:pt x="9611818" y="1967"/>
                  </a:lnTo>
                  <a:lnTo>
                    <a:pt x="9563132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grpSp>
          <p:nvGrpSpPr>
            <p:cNvPr id="24" name="مجموعة 23">
              <a:extLst>
                <a:ext uri="{FF2B5EF4-FFF2-40B4-BE49-F238E27FC236}">
                  <a16:creationId xmlns:a16="http://schemas.microsoft.com/office/drawing/2014/main" id="{252F7669-48CC-C210-C144-E2B8B0BD0EC1}"/>
                </a:ext>
              </a:extLst>
            </p:cNvPr>
            <p:cNvGrpSpPr/>
            <p:nvPr/>
          </p:nvGrpSpPr>
          <p:grpSpPr>
            <a:xfrm>
              <a:off x="1002800" y="13938550"/>
              <a:ext cx="9297401" cy="3303138"/>
              <a:chOff x="1078499" y="13938550"/>
              <a:chExt cx="9297401" cy="3303138"/>
            </a:xfrm>
          </p:grpSpPr>
          <p:grpSp>
            <p:nvGrpSpPr>
              <p:cNvPr id="4" name="object 4">
                <a:extLst>
                  <a:ext uri="{FF2B5EF4-FFF2-40B4-BE49-F238E27FC236}">
                    <a16:creationId xmlns:a16="http://schemas.microsoft.com/office/drawing/2014/main" id="{5269C166-2069-B054-43EE-1B10088C56BA}"/>
                  </a:ext>
                </a:extLst>
              </p:cNvPr>
              <p:cNvGrpSpPr/>
              <p:nvPr/>
            </p:nvGrpSpPr>
            <p:grpSpPr>
              <a:xfrm>
                <a:off x="1078499" y="13938550"/>
                <a:ext cx="3044428" cy="3303138"/>
                <a:chOff x="1334679" y="13735434"/>
                <a:chExt cx="3321050" cy="3808095"/>
              </a:xfrm>
            </p:grpSpPr>
            <p:sp>
              <p:nvSpPr>
                <p:cNvPr id="5" name="object 5">
                  <a:extLst>
                    <a:ext uri="{FF2B5EF4-FFF2-40B4-BE49-F238E27FC236}">
                      <a16:creationId xmlns:a16="http://schemas.microsoft.com/office/drawing/2014/main" id="{D5F0CE34-8B9B-0827-3711-782FF69E4110}"/>
                    </a:ext>
                  </a:extLst>
                </p:cNvPr>
                <p:cNvSpPr/>
                <p:nvPr/>
              </p:nvSpPr>
              <p:spPr>
                <a:xfrm>
                  <a:off x="1384844" y="13785599"/>
                  <a:ext cx="3220720" cy="3707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0720" h="3707765">
                      <a:moveTo>
                        <a:pt x="2916675" y="0"/>
                      </a:moveTo>
                      <a:lnTo>
                        <a:pt x="52354" y="0"/>
                      </a:lnTo>
                      <a:lnTo>
                        <a:pt x="31977" y="4114"/>
                      </a:lnTo>
                      <a:lnTo>
                        <a:pt x="15335" y="15335"/>
                      </a:lnTo>
                      <a:lnTo>
                        <a:pt x="4114" y="31977"/>
                      </a:lnTo>
                      <a:lnTo>
                        <a:pt x="0" y="52354"/>
                      </a:lnTo>
                      <a:lnTo>
                        <a:pt x="0" y="3404022"/>
                      </a:lnTo>
                      <a:lnTo>
                        <a:pt x="3974" y="3453275"/>
                      </a:lnTo>
                      <a:lnTo>
                        <a:pt x="15480" y="3499999"/>
                      </a:lnTo>
                      <a:lnTo>
                        <a:pt x="33894" y="3543568"/>
                      </a:lnTo>
                      <a:lnTo>
                        <a:pt x="58588" y="3583355"/>
                      </a:lnTo>
                      <a:lnTo>
                        <a:pt x="88939" y="3618737"/>
                      </a:lnTo>
                      <a:lnTo>
                        <a:pt x="124321" y="3649088"/>
                      </a:lnTo>
                      <a:lnTo>
                        <a:pt x="164109" y="3673783"/>
                      </a:lnTo>
                      <a:lnTo>
                        <a:pt x="207678" y="3692196"/>
                      </a:lnTo>
                      <a:lnTo>
                        <a:pt x="254401" y="3703703"/>
                      </a:lnTo>
                      <a:lnTo>
                        <a:pt x="303655" y="3707677"/>
                      </a:lnTo>
                      <a:lnTo>
                        <a:pt x="2916675" y="3707677"/>
                      </a:lnTo>
                      <a:lnTo>
                        <a:pt x="2965929" y="3703703"/>
                      </a:lnTo>
                      <a:lnTo>
                        <a:pt x="3012653" y="3692196"/>
                      </a:lnTo>
                      <a:lnTo>
                        <a:pt x="3056221" y="3673783"/>
                      </a:lnTo>
                      <a:lnTo>
                        <a:pt x="3096009" y="3649088"/>
                      </a:lnTo>
                      <a:lnTo>
                        <a:pt x="3131391" y="3618737"/>
                      </a:lnTo>
                      <a:lnTo>
                        <a:pt x="3161742" y="3583355"/>
                      </a:lnTo>
                      <a:lnTo>
                        <a:pt x="3186437" y="3543568"/>
                      </a:lnTo>
                      <a:lnTo>
                        <a:pt x="3204850" y="3499999"/>
                      </a:lnTo>
                      <a:lnTo>
                        <a:pt x="3216356" y="3453275"/>
                      </a:lnTo>
                      <a:lnTo>
                        <a:pt x="3220331" y="3404022"/>
                      </a:lnTo>
                      <a:lnTo>
                        <a:pt x="3220331" y="303655"/>
                      </a:lnTo>
                      <a:lnTo>
                        <a:pt x="3216356" y="254401"/>
                      </a:lnTo>
                      <a:lnTo>
                        <a:pt x="3204850" y="207678"/>
                      </a:lnTo>
                      <a:lnTo>
                        <a:pt x="3186437" y="164109"/>
                      </a:lnTo>
                      <a:lnTo>
                        <a:pt x="3161742" y="124321"/>
                      </a:lnTo>
                      <a:lnTo>
                        <a:pt x="3131391" y="88939"/>
                      </a:lnTo>
                      <a:lnTo>
                        <a:pt x="3096009" y="58588"/>
                      </a:lnTo>
                      <a:lnTo>
                        <a:pt x="3056221" y="33894"/>
                      </a:lnTo>
                      <a:lnTo>
                        <a:pt x="3012653" y="15480"/>
                      </a:lnTo>
                      <a:lnTo>
                        <a:pt x="2965929" y="3974"/>
                      </a:lnTo>
                      <a:lnTo>
                        <a:pt x="2916675" y="0"/>
                      </a:lnTo>
                      <a:close/>
                    </a:path>
                  </a:pathLst>
                </a:custGeom>
                <a:solidFill>
                  <a:srgbClr val="D3E9E7">
                    <a:alpha val="83000"/>
                  </a:srgbClr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6" name="object 6">
                  <a:extLst>
                    <a:ext uri="{FF2B5EF4-FFF2-40B4-BE49-F238E27FC236}">
                      <a16:creationId xmlns:a16="http://schemas.microsoft.com/office/drawing/2014/main" id="{01D8A80E-3BB2-FE6D-97B1-B1B0EF976483}"/>
                    </a:ext>
                  </a:extLst>
                </p:cNvPr>
                <p:cNvSpPr/>
                <p:nvPr/>
              </p:nvSpPr>
              <p:spPr>
                <a:xfrm>
                  <a:off x="1384844" y="13785599"/>
                  <a:ext cx="3220720" cy="3707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0720" h="3707765">
                      <a:moveTo>
                        <a:pt x="2916675" y="0"/>
                      </a:moveTo>
                      <a:lnTo>
                        <a:pt x="52354" y="0"/>
                      </a:lnTo>
                      <a:lnTo>
                        <a:pt x="31977" y="4114"/>
                      </a:lnTo>
                      <a:lnTo>
                        <a:pt x="15335" y="15335"/>
                      </a:lnTo>
                      <a:lnTo>
                        <a:pt x="4114" y="31977"/>
                      </a:lnTo>
                      <a:lnTo>
                        <a:pt x="0" y="52354"/>
                      </a:lnTo>
                      <a:lnTo>
                        <a:pt x="0" y="3404022"/>
                      </a:lnTo>
                      <a:lnTo>
                        <a:pt x="3974" y="3453275"/>
                      </a:lnTo>
                      <a:lnTo>
                        <a:pt x="15480" y="3499999"/>
                      </a:lnTo>
                      <a:lnTo>
                        <a:pt x="33894" y="3543568"/>
                      </a:lnTo>
                      <a:lnTo>
                        <a:pt x="58588" y="3583355"/>
                      </a:lnTo>
                      <a:lnTo>
                        <a:pt x="88939" y="3618737"/>
                      </a:lnTo>
                      <a:lnTo>
                        <a:pt x="124321" y="3649088"/>
                      </a:lnTo>
                      <a:lnTo>
                        <a:pt x="164109" y="3673783"/>
                      </a:lnTo>
                      <a:lnTo>
                        <a:pt x="207678" y="3692196"/>
                      </a:lnTo>
                      <a:lnTo>
                        <a:pt x="254401" y="3703703"/>
                      </a:lnTo>
                      <a:lnTo>
                        <a:pt x="303655" y="3707677"/>
                      </a:lnTo>
                      <a:lnTo>
                        <a:pt x="2916675" y="3707677"/>
                      </a:lnTo>
                      <a:lnTo>
                        <a:pt x="2965929" y="3703703"/>
                      </a:lnTo>
                      <a:lnTo>
                        <a:pt x="3012653" y="3692196"/>
                      </a:lnTo>
                      <a:lnTo>
                        <a:pt x="3056221" y="3673783"/>
                      </a:lnTo>
                      <a:lnTo>
                        <a:pt x="3096009" y="3649088"/>
                      </a:lnTo>
                      <a:lnTo>
                        <a:pt x="3131391" y="3618737"/>
                      </a:lnTo>
                      <a:lnTo>
                        <a:pt x="3161742" y="3583355"/>
                      </a:lnTo>
                      <a:lnTo>
                        <a:pt x="3186437" y="3543568"/>
                      </a:lnTo>
                      <a:lnTo>
                        <a:pt x="3204850" y="3499999"/>
                      </a:lnTo>
                      <a:lnTo>
                        <a:pt x="3216356" y="3453275"/>
                      </a:lnTo>
                      <a:lnTo>
                        <a:pt x="3220331" y="3404022"/>
                      </a:lnTo>
                      <a:lnTo>
                        <a:pt x="3220331" y="303655"/>
                      </a:lnTo>
                      <a:lnTo>
                        <a:pt x="3216356" y="254401"/>
                      </a:lnTo>
                      <a:lnTo>
                        <a:pt x="3204850" y="207678"/>
                      </a:lnTo>
                      <a:lnTo>
                        <a:pt x="3186437" y="164109"/>
                      </a:lnTo>
                      <a:lnTo>
                        <a:pt x="3161742" y="124321"/>
                      </a:lnTo>
                      <a:lnTo>
                        <a:pt x="3131391" y="88939"/>
                      </a:lnTo>
                      <a:lnTo>
                        <a:pt x="3096009" y="58588"/>
                      </a:lnTo>
                      <a:lnTo>
                        <a:pt x="3056221" y="33894"/>
                      </a:lnTo>
                      <a:lnTo>
                        <a:pt x="3012653" y="15480"/>
                      </a:lnTo>
                      <a:lnTo>
                        <a:pt x="2965929" y="3974"/>
                      </a:lnTo>
                      <a:lnTo>
                        <a:pt x="2916675" y="0"/>
                      </a:lnTo>
                      <a:close/>
                    </a:path>
                  </a:pathLst>
                </a:custGeom>
                <a:ln w="100101">
                  <a:solidFill>
                    <a:srgbClr val="FFFFF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grpSp>
            <p:nvGrpSpPr>
              <p:cNvPr id="21" name="مجموعة 20">
                <a:extLst>
                  <a:ext uri="{FF2B5EF4-FFF2-40B4-BE49-F238E27FC236}">
                    <a16:creationId xmlns:a16="http://schemas.microsoft.com/office/drawing/2014/main" id="{5A5B5490-3D7A-2011-D0B4-7C78B8B1250A}"/>
                  </a:ext>
                </a:extLst>
              </p:cNvPr>
              <p:cNvGrpSpPr/>
              <p:nvPr/>
            </p:nvGrpSpPr>
            <p:grpSpPr>
              <a:xfrm>
                <a:off x="4308700" y="14851715"/>
                <a:ext cx="6067200" cy="1476809"/>
                <a:chOff x="4308700" y="14851715"/>
                <a:chExt cx="6067200" cy="1476809"/>
              </a:xfrm>
            </p:grpSpPr>
            <p:grpSp>
              <p:nvGrpSpPr>
                <p:cNvPr id="2" name="مجموعة 1">
                  <a:extLst>
                    <a:ext uri="{FF2B5EF4-FFF2-40B4-BE49-F238E27FC236}">
                      <a16:creationId xmlns:a16="http://schemas.microsoft.com/office/drawing/2014/main" id="{EE3966AF-D5D8-467D-7ADA-EF8721F553E4}"/>
                    </a:ext>
                  </a:extLst>
                </p:cNvPr>
                <p:cNvGrpSpPr/>
                <p:nvPr/>
              </p:nvGrpSpPr>
              <p:grpSpPr>
                <a:xfrm>
                  <a:off x="6442300" y="14851715"/>
                  <a:ext cx="1800000" cy="1476809"/>
                  <a:chOff x="8812021" y="8404631"/>
                  <a:chExt cx="1800000" cy="1476809"/>
                </a:xfrm>
              </p:grpSpPr>
              <p:pic>
                <p:nvPicPr>
                  <p:cNvPr id="3" name="object 7">
                    <a:extLst>
                      <a:ext uri="{FF2B5EF4-FFF2-40B4-BE49-F238E27FC236}">
                        <a16:creationId xmlns:a16="http://schemas.microsoft.com/office/drawing/2014/main" id="{3CBB2E4F-E705-638D-E3FA-D8F4C676C7F4}"/>
                      </a:ext>
                    </a:extLst>
                  </p:cNvPr>
                  <p:cNvPicPr/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9405837" y="8404631"/>
                    <a:ext cx="612368" cy="612368"/>
                  </a:xfrm>
                  <a:prstGeom prst="rect">
                    <a:avLst/>
                  </a:prstGeom>
                </p:spPr>
              </p:pic>
              <p:sp>
                <p:nvSpPr>
                  <p:cNvPr id="7" name="مربع نص 6">
                    <a:extLst>
                      <a:ext uri="{FF2B5EF4-FFF2-40B4-BE49-F238E27FC236}">
                        <a16:creationId xmlns:a16="http://schemas.microsoft.com/office/drawing/2014/main" id="{4E6E430E-BF2B-8B47-9092-1E402B09FC84}"/>
                      </a:ext>
                    </a:extLst>
                  </p:cNvPr>
                  <p:cNvSpPr txBox="1"/>
                  <p:nvPr/>
                </p:nvSpPr>
                <p:spPr>
                  <a:xfrm>
                    <a:off x="8812021" y="9173554"/>
                    <a:ext cx="1800000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 algn="ctr" rtl="1"/>
                    <a:r>
                      <a:rPr lang="ar-SA" sz="2000" dirty="0">
                        <a:solidFill>
                          <a:srgbClr val="39756D"/>
                        </a:solidFill>
                        <a:latin typeface="Neo Sans Arabic" panose="020B0504030504040204" pitchFamily="34" charset="-78"/>
                        <a:cs typeface="Neo Sans Arabic" panose="020B0504030504040204" pitchFamily="34" charset="-78"/>
                      </a:rPr>
                      <a:t>الساعة</a:t>
                    </a:r>
                  </a:p>
                  <a:p>
                    <a:pPr algn="ctr" rtl="1"/>
                    <a:r>
                      <a:rPr lang="ar-SA" sz="2000" dirty="0">
                        <a:solidFill>
                          <a:schemeClr val="tx1"/>
                        </a:solidFill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rPr>
                      <a:t>التـــوقيــت</a:t>
                    </a:r>
                  </a:p>
                </p:txBody>
              </p:sp>
            </p:grpSp>
            <p:grpSp>
              <p:nvGrpSpPr>
                <p:cNvPr id="8" name="مجموعة 7">
                  <a:extLst>
                    <a:ext uri="{FF2B5EF4-FFF2-40B4-BE49-F238E27FC236}">
                      <a16:creationId xmlns:a16="http://schemas.microsoft.com/office/drawing/2014/main" id="{6096609A-5775-414F-873D-017583C6123E}"/>
                    </a:ext>
                  </a:extLst>
                </p:cNvPr>
                <p:cNvGrpSpPr/>
                <p:nvPr/>
              </p:nvGrpSpPr>
              <p:grpSpPr>
                <a:xfrm>
                  <a:off x="8575900" y="14851715"/>
                  <a:ext cx="1800000" cy="1476809"/>
                  <a:chOff x="10180346" y="8404631"/>
                  <a:chExt cx="1800000" cy="1476809"/>
                </a:xfrm>
              </p:grpSpPr>
              <p:pic>
                <p:nvPicPr>
                  <p:cNvPr id="9" name="object 8">
                    <a:extLst>
                      <a:ext uri="{FF2B5EF4-FFF2-40B4-BE49-F238E27FC236}">
                        <a16:creationId xmlns:a16="http://schemas.microsoft.com/office/drawing/2014/main" id="{B0BD95AE-6DF2-B92D-3CD0-58C57C398E83}"/>
                      </a:ext>
                    </a:extLst>
                  </p:cNvPr>
                  <p:cNvPicPr/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10774162" y="8404631"/>
                    <a:ext cx="612368" cy="612368"/>
                  </a:xfrm>
                  <a:prstGeom prst="rect">
                    <a:avLst/>
                  </a:prstGeom>
                </p:spPr>
              </p:pic>
              <p:sp>
                <p:nvSpPr>
                  <p:cNvPr id="11" name="مربع نص 10">
                    <a:extLst>
                      <a:ext uri="{FF2B5EF4-FFF2-40B4-BE49-F238E27FC236}">
                        <a16:creationId xmlns:a16="http://schemas.microsoft.com/office/drawing/2014/main" id="{779694EF-795C-3B73-27C5-573EB6306CB5}"/>
                      </a:ext>
                    </a:extLst>
                  </p:cNvPr>
                  <p:cNvSpPr txBox="1"/>
                  <p:nvPr/>
                </p:nvSpPr>
                <p:spPr>
                  <a:xfrm>
                    <a:off x="10180346" y="9173554"/>
                    <a:ext cx="1800000" cy="707886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 algn="ctr" rtl="1"/>
                    <a:r>
                      <a:rPr lang="ar-SA" sz="2000" dirty="0">
                        <a:solidFill>
                          <a:srgbClr val="39756D"/>
                        </a:solidFill>
                        <a:latin typeface="Neo Sans Arabic" panose="020B0504030504040204" pitchFamily="34" charset="-78"/>
                        <a:cs typeface="Neo Sans Arabic" panose="020B0504030504040204" pitchFamily="34" charset="-78"/>
                      </a:rPr>
                      <a:t>اليوم</a:t>
                    </a:r>
                  </a:p>
                  <a:p>
                    <a:pPr algn="ctr" rtl="1"/>
                    <a:r>
                      <a:rPr lang="ar-SA" sz="2000" dirty="0">
                        <a:solidFill>
                          <a:schemeClr val="tx1"/>
                        </a:solidFill>
                        <a:latin typeface="Neo Sans Arabic Medium" panose="020B0704030504040204" pitchFamily="34" charset="-78"/>
                        <a:cs typeface="Neo Sans Arabic Medium" panose="020B0704030504040204" pitchFamily="34" charset="-78"/>
                      </a:rPr>
                      <a:t>التـــاريـــخ</a:t>
                    </a:r>
                  </a:p>
                </p:txBody>
              </p:sp>
            </p:grpSp>
            <p:grpSp>
              <p:nvGrpSpPr>
                <p:cNvPr id="19" name="مجموعة 18">
                  <a:extLst>
                    <a:ext uri="{FF2B5EF4-FFF2-40B4-BE49-F238E27FC236}">
                      <a16:creationId xmlns:a16="http://schemas.microsoft.com/office/drawing/2014/main" id="{271963A8-B855-E2CA-7853-A98BED16D633}"/>
                    </a:ext>
                  </a:extLst>
                </p:cNvPr>
                <p:cNvGrpSpPr/>
                <p:nvPr/>
              </p:nvGrpSpPr>
              <p:grpSpPr>
                <a:xfrm>
                  <a:off x="4308700" y="14851715"/>
                  <a:ext cx="1800000" cy="1476809"/>
                  <a:chOff x="4203700" y="14783862"/>
                  <a:chExt cx="1800000" cy="1476809"/>
                </a:xfrm>
              </p:grpSpPr>
              <p:grpSp>
                <p:nvGrpSpPr>
                  <p:cNvPr id="12" name="مجموعة 11">
                    <a:extLst>
                      <a:ext uri="{FF2B5EF4-FFF2-40B4-BE49-F238E27FC236}">
                        <a16:creationId xmlns:a16="http://schemas.microsoft.com/office/drawing/2014/main" id="{AAC031DE-929E-45AD-5E21-3B76FAD8409F}"/>
                      </a:ext>
                    </a:extLst>
                  </p:cNvPr>
                  <p:cNvGrpSpPr/>
                  <p:nvPr/>
                </p:nvGrpSpPr>
                <p:grpSpPr>
                  <a:xfrm>
                    <a:off x="4203700" y="14783862"/>
                    <a:ext cx="1800000" cy="1146881"/>
                    <a:chOff x="6552769" y="8396006"/>
                    <a:chExt cx="1800000" cy="1146881"/>
                  </a:xfrm>
                </p:grpSpPr>
                <p:pic>
                  <p:nvPicPr>
                    <p:cNvPr id="13" name="object 11">
                      <a:extLst>
                        <a:ext uri="{FF2B5EF4-FFF2-40B4-BE49-F238E27FC236}">
                          <a16:creationId xmlns:a16="http://schemas.microsoft.com/office/drawing/2014/main" id="{A928557A-7F6D-3F60-24D2-7CF33D1BBD27}"/>
                        </a:ext>
                      </a:extLst>
                    </p:cNvPr>
                    <p:cNvPicPr/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7137960" y="8396006"/>
                      <a:ext cx="629618" cy="629618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14" name="مربع نص 13">
                      <a:extLst>
                        <a:ext uri="{FF2B5EF4-FFF2-40B4-BE49-F238E27FC236}">
                          <a16:creationId xmlns:a16="http://schemas.microsoft.com/office/drawing/2014/main" id="{4478B0D9-59BB-A644-8DB0-921BFA8B232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52769" y="9142777"/>
                      <a:ext cx="1800000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1">
                      <a:spAutoFit/>
                    </a:bodyPr>
                    <a:lstStyle/>
                    <a:p>
                      <a:pPr algn="ctr" rtl="1"/>
                      <a:r>
                        <a:rPr lang="ar-SA" sz="2000" dirty="0">
                          <a:solidFill>
                            <a:srgbClr val="39756D"/>
                          </a:solidFill>
                          <a:latin typeface="Neo Sans Arabic" panose="020B0504030504040204" pitchFamily="34" charset="-78"/>
                          <a:cs typeface="Neo Sans Arabic" panose="020B0504030504040204" pitchFamily="34" charset="-78"/>
                        </a:rPr>
                        <a:t>عن بُعد عبر</a:t>
                      </a:r>
                    </a:p>
                  </p:txBody>
                </p:sp>
              </p:grpSp>
              <p:pic>
                <p:nvPicPr>
                  <p:cNvPr id="17" name="object 13">
                    <a:extLst>
                      <a:ext uri="{FF2B5EF4-FFF2-40B4-BE49-F238E27FC236}">
                        <a16:creationId xmlns:a16="http://schemas.microsoft.com/office/drawing/2014/main" id="{5FDDB0B4-65FC-941D-530A-17C724F966E4}"/>
                      </a:ext>
                    </a:extLst>
                  </p:cNvPr>
                  <p:cNvPicPr/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4637746" y="15998899"/>
                    <a:ext cx="931908" cy="261772"/>
                  </a:xfrm>
                  <a:prstGeom prst="rect">
                    <a:avLst/>
                  </a:prstGeom>
                </p:spPr>
              </p:pic>
            </p:grpSp>
          </p:grpSp>
        </p:grpSp>
      </p:grpSp>
    </p:spTree>
    <p:extLst>
      <p:ext uri="{BB962C8B-B14F-4D97-AF65-F5344CB8AC3E}">
        <p14:creationId xmlns:p14="http://schemas.microsoft.com/office/powerpoint/2010/main" val="2183302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Words>287</Words>
  <Application>Microsoft Office PowerPoint</Application>
  <PresentationFormat>مخصص</PresentationFormat>
  <Paragraphs>100</Paragraphs>
  <Slides>6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6</vt:i4>
      </vt:variant>
    </vt:vector>
  </HeadingPairs>
  <TitlesOfParts>
    <vt:vector size="11" baseType="lpstr">
      <vt:lpstr>Calibri</vt:lpstr>
      <vt:lpstr>Neo Sans Arabic</vt:lpstr>
      <vt:lpstr>Neo Sans Arabic Black</vt:lpstr>
      <vt:lpstr>Neo Sans Arabic Medium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الوعي الفكري1</dc:title>
  <cp:lastModifiedBy>Haya Almutawa</cp:lastModifiedBy>
  <cp:revision>3</cp:revision>
  <dcterms:created xsi:type="dcterms:W3CDTF">2025-10-22T05:35:50Z</dcterms:created>
  <dcterms:modified xsi:type="dcterms:W3CDTF">2025-10-22T08:28:14Z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2025-10-22T00:00:00Z</vt:filetime>
  </property>
  <property fmtid="{D5CDD505-2E9C-101B-9397-08002B2CF9AE}" pid="3" name="Creator">
    <vt:lpwstr>Adobe Illustrator 29.8 (Windows)</vt:lpwstr>
  </property>
  <property fmtid="{D5CDD505-2E9C-101B-9397-08002B2CF9AE}" pid="4" name="LastSaved">
    <vt:filetime>2025-10-22T00:00:00Z</vt:filetime>
  </property>
  <property fmtid="{D5CDD505-2E9C-101B-9397-08002B2CF9AE}" pid="5" name="Producer">
    <vt:lpwstr>Adobe PDF library 17.00</vt:lpwstr>
  </property>
</Properties>
</file>